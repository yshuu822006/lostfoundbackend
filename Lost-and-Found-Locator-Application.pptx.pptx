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Inter Bold" charset="0"/>
      <p:regular r:id="rId16"/>
    </p:embeddedFont>
    <p:embeddedFont>
      <p:font typeface="Inter" charset="0"/>
      <p:regular r:id="rId17"/>
    </p:embeddedFon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Inter Light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-7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pPr/>
              <a:t>25.03.2026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0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42862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8C52FF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62189" y="3809707"/>
            <a:ext cx="11414970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Lost &amp; Found Locator Application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2122" y="4792776"/>
            <a:ext cx="16303523" cy="51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6"/>
              </a:lnSpc>
            </a:pPr>
            <a:r>
              <a:rPr lang="en-US" sz="26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Smart Solution for Your LostItem  Recovery  Inside the Campus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7219593"/>
            <a:ext cx="16303523" cy="54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27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Team:</a:t>
            </a:r>
            <a:r>
              <a:rPr lang="en-US" sz="27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Satej, Rahul, Suma, Vaishnavi, Ashwin, Sneha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801299"/>
            <a:ext cx="16303523" cy="566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2"/>
              </a:lnSpc>
            </a:pPr>
            <a:r>
              <a:rPr lang="en-US" sz="28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Mentor:</a:t>
            </a:r>
            <a:r>
              <a:rPr lang="en-US" sz="28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Suramya Biswas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273852" y="0"/>
            <a:ext cx="5928423" cy="10201275"/>
            <a:chOff x="0" y="0"/>
            <a:chExt cx="7904564" cy="13601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904564" cy="13601700"/>
            </a:xfrm>
            <a:custGeom>
              <a:avLst/>
              <a:gdLst/>
              <a:ahLst/>
              <a:cxnLst/>
              <a:rect l="l" t="t" r="r" b="b"/>
              <a:pathLst>
                <a:path w="7904564" h="13601700">
                  <a:moveTo>
                    <a:pt x="0" y="0"/>
                  </a:moveTo>
                  <a:lnTo>
                    <a:pt x="7904564" y="0"/>
                  </a:lnTo>
                  <a:lnTo>
                    <a:pt x="7904564" y="13601700"/>
                  </a:lnTo>
                  <a:lnTo>
                    <a:pt x="0" y="136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470" r="-746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853033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3188" y="4315568"/>
            <a:ext cx="5283546" cy="3108874"/>
            <a:chOff x="0" y="0"/>
            <a:chExt cx="7044728" cy="4145166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6993890" cy="4094353"/>
            </a:xfrm>
            <a:custGeom>
              <a:avLst/>
              <a:gdLst/>
              <a:ahLst/>
              <a:cxnLst/>
              <a:rect l="l" t="t" r="r" b="b"/>
              <a:pathLst>
                <a:path w="6993890" h="4094353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7044690" cy="4145153"/>
            </a:xfrm>
            <a:custGeom>
              <a:avLst/>
              <a:gdLst/>
              <a:ahLst/>
              <a:cxnLst/>
              <a:rect l="l" t="t" r="r" b="b"/>
              <a:pathLst>
                <a:path w="7044690" h="4145153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54138" y="4334618"/>
            <a:ext cx="152400" cy="3070774"/>
            <a:chOff x="0" y="0"/>
            <a:chExt cx="203200" cy="40943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4094353"/>
            </a:xfrm>
            <a:custGeom>
              <a:avLst/>
              <a:gdLst/>
              <a:ahLst/>
              <a:cxnLst/>
              <a:rect l="l" t="t" r="r" b="b"/>
              <a:pathLst>
                <a:path w="203200" h="409435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428159" y="4637189"/>
            <a:ext cx="448791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Lost Items Go Unrecovered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8159" y="5626446"/>
            <a:ext cx="448791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Valuable personal belongings are lost daily across campuses,  with no efficient recovery system.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02156" y="4315568"/>
            <a:ext cx="5283546" cy="3108874"/>
            <a:chOff x="0" y="0"/>
            <a:chExt cx="7044728" cy="4145166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6993890" cy="4094353"/>
            </a:xfrm>
            <a:custGeom>
              <a:avLst/>
              <a:gdLst/>
              <a:ahLst/>
              <a:cxnLst/>
              <a:rect l="l" t="t" r="r" b="b"/>
              <a:pathLst>
                <a:path w="6993890" h="4094353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044690" cy="4145153"/>
            </a:xfrm>
            <a:custGeom>
              <a:avLst/>
              <a:gdLst/>
              <a:ahLst/>
              <a:cxnLst/>
              <a:rect l="l" t="t" r="r" b="b"/>
              <a:pathLst>
                <a:path w="7044690" h="4145153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483106" y="4334618"/>
            <a:ext cx="152400" cy="3070774"/>
            <a:chOff x="0" y="0"/>
            <a:chExt cx="203200" cy="40943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200" cy="4094353"/>
            </a:xfrm>
            <a:custGeom>
              <a:avLst/>
              <a:gdLst/>
              <a:ahLst/>
              <a:cxnLst/>
              <a:rect l="l" t="t" r="r" b="b"/>
              <a:pathLst>
                <a:path w="203200" h="409435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6957117" y="4637189"/>
            <a:ext cx="385360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Manual Processes Fail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57117" y="5183534"/>
            <a:ext cx="4487913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Traditional notice boards and manual searches are time-consuming, inefficient, and lack proper tracking mechanisms.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31113" y="4315568"/>
            <a:ext cx="5283546" cy="3108874"/>
            <a:chOff x="0" y="0"/>
            <a:chExt cx="7044728" cy="4145166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6993890" cy="4094353"/>
            </a:xfrm>
            <a:custGeom>
              <a:avLst/>
              <a:gdLst/>
              <a:ahLst/>
              <a:cxnLst/>
              <a:rect l="l" t="t" r="r" b="b"/>
              <a:pathLst>
                <a:path w="6993890" h="4094353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7044690" cy="4145153"/>
            </a:xfrm>
            <a:custGeom>
              <a:avLst/>
              <a:gdLst/>
              <a:ahLst/>
              <a:cxnLst/>
              <a:rect l="l" t="t" r="r" b="b"/>
              <a:pathLst>
                <a:path w="7044690" h="4145153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012063" y="4334618"/>
            <a:ext cx="152400" cy="3070774"/>
            <a:chOff x="0" y="0"/>
            <a:chExt cx="203200" cy="40943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4094353"/>
            </a:xfrm>
            <a:custGeom>
              <a:avLst/>
              <a:gdLst/>
              <a:ahLst/>
              <a:cxnLst/>
              <a:rect l="l" t="t" r="r" b="b"/>
              <a:pathLst>
                <a:path w="203200" h="409435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2486084" y="4637189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Matching is Difficult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86084" y="5183534"/>
            <a:ext cx="4487913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Without a centralised platform, connecting lost items with their rightful owners becomes nearly impossible.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61422"/>
            <a:ext cx="6733880" cy="87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Our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317699"/>
            <a:ext cx="10367220" cy="167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web-based platform that connects people who have lost items with those who have found them through a secure, user-friendly interface.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178941"/>
            <a:ext cx="10367220" cy="203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Centralised lost and found database</a:t>
            </a:r>
          </a:p>
          <a:p>
            <a:pPr marL="311051" lvl="1" indent="-155525" algn="l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Intelligent matching algorithms</a:t>
            </a:r>
          </a:p>
          <a:p>
            <a:pPr marL="311051" lvl="1" indent="-155525" algn="l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Secure communication channels</a:t>
            </a:r>
          </a:p>
          <a:p>
            <a:pPr marL="311051" lvl="1" indent="-155525" algn="l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notifications</a:t>
            </a:r>
          </a:p>
          <a:p>
            <a:pPr marL="311051" lvl="1" indent="-155525" algn="l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Administrative oversight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158215" y="2412949"/>
            <a:ext cx="5014912" cy="6686550"/>
            <a:chOff x="0" y="0"/>
            <a:chExt cx="6686550" cy="891540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6686550" cy="8915400"/>
            </a:xfrm>
            <a:custGeom>
              <a:avLst/>
              <a:gdLst/>
              <a:ahLst/>
              <a:cxnLst/>
              <a:rect l="l" t="t" r="r" b="b"/>
              <a:pathLst>
                <a:path w="6686550" h="8915400">
                  <a:moveTo>
                    <a:pt x="0" y="0"/>
                  </a:moveTo>
                  <a:lnTo>
                    <a:pt x="6686550" y="0"/>
                  </a:lnTo>
                  <a:lnTo>
                    <a:pt x="6686550" y="8915400"/>
                  </a:lnTo>
                  <a:lnTo>
                    <a:pt x="0" y="891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" r="-47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44753"/>
            <a:ext cx="6733880" cy="87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 Modules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2231527"/>
            <a:ext cx="5273431" cy="3885609"/>
            <a:chOff x="0" y="0"/>
            <a:chExt cx="7031241" cy="5180813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7018528" cy="5168138"/>
            </a:xfrm>
            <a:custGeom>
              <a:avLst/>
              <a:gdLst/>
              <a:ahLst/>
              <a:cxnLst/>
              <a:rect l="l" t="t" r="r" b="b"/>
              <a:pathLst>
                <a:path w="7018528" h="5168138">
                  <a:moveTo>
                    <a:pt x="0" y="150876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6867525" y="0"/>
                  </a:lnTo>
                  <a:cubicBezTo>
                    <a:pt x="6950837" y="0"/>
                    <a:pt x="7018528" y="67564"/>
                    <a:pt x="7018528" y="150876"/>
                  </a:cubicBezTo>
                  <a:lnTo>
                    <a:pt x="7018528" y="5017262"/>
                  </a:lnTo>
                  <a:cubicBezTo>
                    <a:pt x="7018528" y="5100574"/>
                    <a:pt x="6950964" y="5168138"/>
                    <a:pt x="6867525" y="5168138"/>
                  </a:cubicBezTo>
                  <a:lnTo>
                    <a:pt x="151003" y="5168138"/>
                  </a:lnTo>
                  <a:cubicBezTo>
                    <a:pt x="67564" y="5168138"/>
                    <a:pt x="0" y="5100574"/>
                    <a:pt x="0" y="5017262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7031228" cy="5180838"/>
            </a:xfrm>
            <a:custGeom>
              <a:avLst/>
              <a:gdLst/>
              <a:ahLst/>
              <a:cxnLst/>
              <a:rect l="l" t="t" r="r" b="b"/>
              <a:pathLst>
                <a:path w="7031228" h="5180838">
                  <a:moveTo>
                    <a:pt x="0" y="157226"/>
                  </a:moveTo>
                  <a:cubicBezTo>
                    <a:pt x="0" y="70358"/>
                    <a:pt x="70485" y="0"/>
                    <a:pt x="157353" y="0"/>
                  </a:cubicBezTo>
                  <a:lnTo>
                    <a:pt x="6873875" y="0"/>
                  </a:lnTo>
                  <a:lnTo>
                    <a:pt x="6873875" y="6350"/>
                  </a:lnTo>
                  <a:lnTo>
                    <a:pt x="6873875" y="0"/>
                  </a:lnTo>
                  <a:cubicBezTo>
                    <a:pt x="6960743" y="0"/>
                    <a:pt x="7031228" y="70358"/>
                    <a:pt x="7031228" y="157226"/>
                  </a:cubicBezTo>
                  <a:lnTo>
                    <a:pt x="7024878" y="157226"/>
                  </a:lnTo>
                  <a:lnTo>
                    <a:pt x="7031228" y="157226"/>
                  </a:lnTo>
                  <a:lnTo>
                    <a:pt x="7031228" y="5023612"/>
                  </a:lnTo>
                  <a:lnTo>
                    <a:pt x="7024878" y="5023612"/>
                  </a:lnTo>
                  <a:lnTo>
                    <a:pt x="7031228" y="5023612"/>
                  </a:lnTo>
                  <a:cubicBezTo>
                    <a:pt x="7031228" y="5110480"/>
                    <a:pt x="6960743" y="5180838"/>
                    <a:pt x="6873875" y="5180838"/>
                  </a:cubicBezTo>
                  <a:lnTo>
                    <a:pt x="6873875" y="5174488"/>
                  </a:lnTo>
                  <a:lnTo>
                    <a:pt x="6873875" y="5180838"/>
                  </a:lnTo>
                  <a:lnTo>
                    <a:pt x="157353" y="5180838"/>
                  </a:lnTo>
                  <a:lnTo>
                    <a:pt x="157353" y="5174488"/>
                  </a:lnTo>
                  <a:lnTo>
                    <a:pt x="157353" y="5180838"/>
                  </a:lnTo>
                  <a:cubicBezTo>
                    <a:pt x="70485" y="5180838"/>
                    <a:pt x="0" y="5110480"/>
                    <a:pt x="0" y="5023612"/>
                  </a:cubicBezTo>
                  <a:lnTo>
                    <a:pt x="0" y="157226"/>
                  </a:lnTo>
                  <a:lnTo>
                    <a:pt x="6350" y="157226"/>
                  </a:lnTo>
                  <a:lnTo>
                    <a:pt x="0" y="157226"/>
                  </a:lnTo>
                  <a:moveTo>
                    <a:pt x="12700" y="157226"/>
                  </a:moveTo>
                  <a:lnTo>
                    <a:pt x="12700" y="5023612"/>
                  </a:lnTo>
                  <a:lnTo>
                    <a:pt x="6350" y="5023612"/>
                  </a:lnTo>
                  <a:lnTo>
                    <a:pt x="12700" y="5023612"/>
                  </a:lnTo>
                  <a:cubicBezTo>
                    <a:pt x="12700" y="5103368"/>
                    <a:pt x="77470" y="5168138"/>
                    <a:pt x="157353" y="5168138"/>
                  </a:cubicBezTo>
                  <a:lnTo>
                    <a:pt x="6873875" y="5168138"/>
                  </a:lnTo>
                  <a:cubicBezTo>
                    <a:pt x="6953758" y="5168138"/>
                    <a:pt x="7018528" y="5103495"/>
                    <a:pt x="7018528" y="5023612"/>
                  </a:cubicBezTo>
                  <a:lnTo>
                    <a:pt x="7018528" y="157226"/>
                  </a:lnTo>
                  <a:cubicBezTo>
                    <a:pt x="7018528" y="77470"/>
                    <a:pt x="6953758" y="12700"/>
                    <a:pt x="6873875" y="12700"/>
                  </a:cubicBezTo>
                  <a:lnTo>
                    <a:pt x="157353" y="12700"/>
                  </a:lnTo>
                  <a:lnTo>
                    <a:pt x="157353" y="6350"/>
                  </a:lnTo>
                  <a:lnTo>
                    <a:pt x="157353" y="12700"/>
                  </a:lnTo>
                  <a:cubicBezTo>
                    <a:pt x="77470" y="12700"/>
                    <a:pt x="12700" y="77343"/>
                    <a:pt x="12700" y="157226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70997" y="2515048"/>
            <a:ext cx="807987" cy="807987"/>
            <a:chOff x="0" y="0"/>
            <a:chExt cx="1077316" cy="10773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7341" cy="1077341"/>
            </a:xfrm>
            <a:custGeom>
              <a:avLst/>
              <a:gdLst/>
              <a:ahLst/>
              <a:cxnLst/>
              <a:rect l="l" t="t" r="r" b="b"/>
              <a:pathLst>
                <a:path w="1077341" h="1077341">
                  <a:moveTo>
                    <a:pt x="0" y="538607"/>
                  </a:moveTo>
                  <a:cubicBezTo>
                    <a:pt x="0" y="241173"/>
                    <a:pt x="241173" y="0"/>
                    <a:pt x="538607" y="0"/>
                  </a:cubicBezTo>
                  <a:cubicBezTo>
                    <a:pt x="836041" y="0"/>
                    <a:pt x="1077341" y="241173"/>
                    <a:pt x="1077341" y="538607"/>
                  </a:cubicBezTo>
                  <a:cubicBezTo>
                    <a:pt x="1077341" y="836041"/>
                    <a:pt x="836168" y="1077341"/>
                    <a:pt x="538607" y="1077341"/>
                  </a:cubicBezTo>
                  <a:cubicBezTo>
                    <a:pt x="241046" y="1077341"/>
                    <a:pt x="0" y="836168"/>
                    <a:pt x="0" y="538607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2" name="Freeform 12" descr="preencoded.png"/>
          <p:cNvSpPr/>
          <p:nvPr/>
        </p:nvSpPr>
        <p:spPr>
          <a:xfrm>
            <a:off x="1493196" y="2737094"/>
            <a:ext cx="363588" cy="363588"/>
          </a:xfrm>
          <a:custGeom>
            <a:avLst/>
            <a:gdLst/>
            <a:ahLst/>
            <a:cxnLst/>
            <a:rect l="l" t="t" r="r" b="b"/>
            <a:pathLst>
              <a:path w="363588" h="363588">
                <a:moveTo>
                  <a:pt x="0" y="0"/>
                </a:moveTo>
                <a:lnTo>
                  <a:pt x="363588" y="0"/>
                </a:lnTo>
                <a:lnTo>
                  <a:pt x="363588" y="363589"/>
                </a:lnTo>
                <a:lnTo>
                  <a:pt x="0" y="363589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5129" b="-512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70997" y="3559816"/>
            <a:ext cx="3366935" cy="4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Authentication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0997" y="4067327"/>
            <a:ext cx="4706388" cy="134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Secure user registration and login with encrypted credentials and session management.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07213" y="2231527"/>
            <a:ext cx="5273431" cy="3885609"/>
            <a:chOff x="0" y="0"/>
            <a:chExt cx="7031241" cy="5180813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7018528" cy="5168138"/>
            </a:xfrm>
            <a:custGeom>
              <a:avLst/>
              <a:gdLst/>
              <a:ahLst/>
              <a:cxnLst/>
              <a:rect l="l" t="t" r="r" b="b"/>
              <a:pathLst>
                <a:path w="7018528" h="5168138">
                  <a:moveTo>
                    <a:pt x="0" y="150876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6867525" y="0"/>
                  </a:lnTo>
                  <a:cubicBezTo>
                    <a:pt x="6950837" y="0"/>
                    <a:pt x="7018528" y="67564"/>
                    <a:pt x="7018528" y="150876"/>
                  </a:cubicBezTo>
                  <a:lnTo>
                    <a:pt x="7018528" y="5017262"/>
                  </a:lnTo>
                  <a:cubicBezTo>
                    <a:pt x="7018528" y="5100574"/>
                    <a:pt x="6950964" y="5168138"/>
                    <a:pt x="6867525" y="5168138"/>
                  </a:cubicBezTo>
                  <a:lnTo>
                    <a:pt x="151003" y="5168138"/>
                  </a:lnTo>
                  <a:cubicBezTo>
                    <a:pt x="67564" y="5168138"/>
                    <a:pt x="0" y="5100574"/>
                    <a:pt x="0" y="5017262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7031228" cy="5180838"/>
            </a:xfrm>
            <a:custGeom>
              <a:avLst/>
              <a:gdLst/>
              <a:ahLst/>
              <a:cxnLst/>
              <a:rect l="l" t="t" r="r" b="b"/>
              <a:pathLst>
                <a:path w="7031228" h="5180838">
                  <a:moveTo>
                    <a:pt x="0" y="157226"/>
                  </a:moveTo>
                  <a:cubicBezTo>
                    <a:pt x="0" y="70358"/>
                    <a:pt x="70485" y="0"/>
                    <a:pt x="157353" y="0"/>
                  </a:cubicBezTo>
                  <a:lnTo>
                    <a:pt x="6873875" y="0"/>
                  </a:lnTo>
                  <a:lnTo>
                    <a:pt x="6873875" y="6350"/>
                  </a:lnTo>
                  <a:lnTo>
                    <a:pt x="6873875" y="0"/>
                  </a:lnTo>
                  <a:cubicBezTo>
                    <a:pt x="6960743" y="0"/>
                    <a:pt x="7031228" y="70358"/>
                    <a:pt x="7031228" y="157226"/>
                  </a:cubicBezTo>
                  <a:lnTo>
                    <a:pt x="7024878" y="157226"/>
                  </a:lnTo>
                  <a:lnTo>
                    <a:pt x="7031228" y="157226"/>
                  </a:lnTo>
                  <a:lnTo>
                    <a:pt x="7031228" y="5023612"/>
                  </a:lnTo>
                  <a:lnTo>
                    <a:pt x="7024878" y="5023612"/>
                  </a:lnTo>
                  <a:lnTo>
                    <a:pt x="7031228" y="5023612"/>
                  </a:lnTo>
                  <a:cubicBezTo>
                    <a:pt x="7031228" y="5110480"/>
                    <a:pt x="6960743" y="5180838"/>
                    <a:pt x="6873875" y="5180838"/>
                  </a:cubicBezTo>
                  <a:lnTo>
                    <a:pt x="6873875" y="5174488"/>
                  </a:lnTo>
                  <a:lnTo>
                    <a:pt x="6873875" y="5180838"/>
                  </a:lnTo>
                  <a:lnTo>
                    <a:pt x="157353" y="5180838"/>
                  </a:lnTo>
                  <a:lnTo>
                    <a:pt x="157353" y="5174488"/>
                  </a:lnTo>
                  <a:lnTo>
                    <a:pt x="157353" y="5180838"/>
                  </a:lnTo>
                  <a:cubicBezTo>
                    <a:pt x="70485" y="5180838"/>
                    <a:pt x="0" y="5110480"/>
                    <a:pt x="0" y="5023612"/>
                  </a:cubicBezTo>
                  <a:lnTo>
                    <a:pt x="0" y="157226"/>
                  </a:lnTo>
                  <a:lnTo>
                    <a:pt x="6350" y="157226"/>
                  </a:lnTo>
                  <a:lnTo>
                    <a:pt x="0" y="157226"/>
                  </a:lnTo>
                  <a:moveTo>
                    <a:pt x="12700" y="157226"/>
                  </a:moveTo>
                  <a:lnTo>
                    <a:pt x="12700" y="5023612"/>
                  </a:lnTo>
                  <a:lnTo>
                    <a:pt x="6350" y="5023612"/>
                  </a:lnTo>
                  <a:lnTo>
                    <a:pt x="12700" y="5023612"/>
                  </a:lnTo>
                  <a:cubicBezTo>
                    <a:pt x="12700" y="5103368"/>
                    <a:pt x="77470" y="5168138"/>
                    <a:pt x="157353" y="5168138"/>
                  </a:cubicBezTo>
                  <a:lnTo>
                    <a:pt x="6873875" y="5168138"/>
                  </a:lnTo>
                  <a:cubicBezTo>
                    <a:pt x="6953758" y="5168138"/>
                    <a:pt x="7018528" y="5103495"/>
                    <a:pt x="7018528" y="5023612"/>
                  </a:cubicBezTo>
                  <a:lnTo>
                    <a:pt x="7018528" y="157226"/>
                  </a:lnTo>
                  <a:cubicBezTo>
                    <a:pt x="7018528" y="77470"/>
                    <a:pt x="6953758" y="12700"/>
                    <a:pt x="6873875" y="12700"/>
                  </a:cubicBezTo>
                  <a:lnTo>
                    <a:pt x="157353" y="12700"/>
                  </a:lnTo>
                  <a:lnTo>
                    <a:pt x="157353" y="6350"/>
                  </a:lnTo>
                  <a:lnTo>
                    <a:pt x="157353" y="12700"/>
                  </a:lnTo>
                  <a:cubicBezTo>
                    <a:pt x="77470" y="12700"/>
                    <a:pt x="12700" y="77343"/>
                    <a:pt x="12700" y="157226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790734" y="2515048"/>
            <a:ext cx="807987" cy="807987"/>
            <a:chOff x="0" y="0"/>
            <a:chExt cx="1077316" cy="10773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7341" cy="1077341"/>
            </a:xfrm>
            <a:custGeom>
              <a:avLst/>
              <a:gdLst/>
              <a:ahLst/>
              <a:cxnLst/>
              <a:rect l="l" t="t" r="r" b="b"/>
              <a:pathLst>
                <a:path w="1077341" h="1077341">
                  <a:moveTo>
                    <a:pt x="0" y="538607"/>
                  </a:moveTo>
                  <a:cubicBezTo>
                    <a:pt x="0" y="241173"/>
                    <a:pt x="241173" y="0"/>
                    <a:pt x="538607" y="0"/>
                  </a:cubicBezTo>
                  <a:cubicBezTo>
                    <a:pt x="836041" y="0"/>
                    <a:pt x="1077341" y="241173"/>
                    <a:pt x="1077341" y="538607"/>
                  </a:cubicBezTo>
                  <a:cubicBezTo>
                    <a:pt x="1077341" y="836041"/>
                    <a:pt x="836168" y="1077341"/>
                    <a:pt x="538607" y="1077341"/>
                  </a:cubicBezTo>
                  <a:cubicBezTo>
                    <a:pt x="241046" y="1077341"/>
                    <a:pt x="0" y="836168"/>
                    <a:pt x="0" y="538607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0" name="Freeform 20" descr="preencoded.png"/>
          <p:cNvSpPr/>
          <p:nvPr/>
        </p:nvSpPr>
        <p:spPr>
          <a:xfrm>
            <a:off x="7012934" y="2737094"/>
            <a:ext cx="363588" cy="363588"/>
          </a:xfrm>
          <a:custGeom>
            <a:avLst/>
            <a:gdLst/>
            <a:ahLst/>
            <a:cxnLst/>
            <a:rect l="l" t="t" r="r" b="b"/>
            <a:pathLst>
              <a:path w="363588" h="363588">
                <a:moveTo>
                  <a:pt x="0" y="0"/>
                </a:moveTo>
                <a:lnTo>
                  <a:pt x="363588" y="0"/>
                </a:lnTo>
                <a:lnTo>
                  <a:pt x="363588" y="363589"/>
                </a:lnTo>
                <a:lnTo>
                  <a:pt x="0" y="363589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10256" b="-10256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790734" y="3559816"/>
            <a:ext cx="3366935" cy="4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Item Posting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90734" y="4067327"/>
            <a:ext cx="4706388" cy="134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Users can post lost or found items with detailed descriptions, photos, and location data.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026951" y="2231527"/>
            <a:ext cx="5273431" cy="3885609"/>
            <a:chOff x="0" y="0"/>
            <a:chExt cx="7031241" cy="5180813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7018528" cy="5168138"/>
            </a:xfrm>
            <a:custGeom>
              <a:avLst/>
              <a:gdLst/>
              <a:ahLst/>
              <a:cxnLst/>
              <a:rect l="l" t="t" r="r" b="b"/>
              <a:pathLst>
                <a:path w="7018528" h="5168138">
                  <a:moveTo>
                    <a:pt x="0" y="150876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6867525" y="0"/>
                  </a:lnTo>
                  <a:cubicBezTo>
                    <a:pt x="6950837" y="0"/>
                    <a:pt x="7018528" y="67564"/>
                    <a:pt x="7018528" y="150876"/>
                  </a:cubicBezTo>
                  <a:lnTo>
                    <a:pt x="7018528" y="5017262"/>
                  </a:lnTo>
                  <a:cubicBezTo>
                    <a:pt x="7018528" y="5100574"/>
                    <a:pt x="6950964" y="5168138"/>
                    <a:pt x="6867525" y="5168138"/>
                  </a:cubicBezTo>
                  <a:lnTo>
                    <a:pt x="151003" y="5168138"/>
                  </a:lnTo>
                  <a:cubicBezTo>
                    <a:pt x="67564" y="5168138"/>
                    <a:pt x="0" y="5100574"/>
                    <a:pt x="0" y="5017262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7031228" cy="5180838"/>
            </a:xfrm>
            <a:custGeom>
              <a:avLst/>
              <a:gdLst/>
              <a:ahLst/>
              <a:cxnLst/>
              <a:rect l="l" t="t" r="r" b="b"/>
              <a:pathLst>
                <a:path w="7031228" h="5180838">
                  <a:moveTo>
                    <a:pt x="0" y="157226"/>
                  </a:moveTo>
                  <a:cubicBezTo>
                    <a:pt x="0" y="70358"/>
                    <a:pt x="70485" y="0"/>
                    <a:pt x="157353" y="0"/>
                  </a:cubicBezTo>
                  <a:lnTo>
                    <a:pt x="6873875" y="0"/>
                  </a:lnTo>
                  <a:lnTo>
                    <a:pt x="6873875" y="6350"/>
                  </a:lnTo>
                  <a:lnTo>
                    <a:pt x="6873875" y="0"/>
                  </a:lnTo>
                  <a:cubicBezTo>
                    <a:pt x="6960743" y="0"/>
                    <a:pt x="7031228" y="70358"/>
                    <a:pt x="7031228" y="157226"/>
                  </a:cubicBezTo>
                  <a:lnTo>
                    <a:pt x="7024878" y="157226"/>
                  </a:lnTo>
                  <a:lnTo>
                    <a:pt x="7031228" y="157226"/>
                  </a:lnTo>
                  <a:lnTo>
                    <a:pt x="7031228" y="5023612"/>
                  </a:lnTo>
                  <a:lnTo>
                    <a:pt x="7024878" y="5023612"/>
                  </a:lnTo>
                  <a:lnTo>
                    <a:pt x="7031228" y="5023612"/>
                  </a:lnTo>
                  <a:cubicBezTo>
                    <a:pt x="7031228" y="5110480"/>
                    <a:pt x="6960743" y="5180838"/>
                    <a:pt x="6873875" y="5180838"/>
                  </a:cubicBezTo>
                  <a:lnTo>
                    <a:pt x="6873875" y="5174488"/>
                  </a:lnTo>
                  <a:lnTo>
                    <a:pt x="6873875" y="5180838"/>
                  </a:lnTo>
                  <a:lnTo>
                    <a:pt x="157353" y="5180838"/>
                  </a:lnTo>
                  <a:lnTo>
                    <a:pt x="157353" y="5174488"/>
                  </a:lnTo>
                  <a:lnTo>
                    <a:pt x="157353" y="5180838"/>
                  </a:lnTo>
                  <a:cubicBezTo>
                    <a:pt x="70485" y="5180838"/>
                    <a:pt x="0" y="5110480"/>
                    <a:pt x="0" y="5023612"/>
                  </a:cubicBezTo>
                  <a:lnTo>
                    <a:pt x="0" y="157226"/>
                  </a:lnTo>
                  <a:lnTo>
                    <a:pt x="6350" y="157226"/>
                  </a:lnTo>
                  <a:lnTo>
                    <a:pt x="0" y="157226"/>
                  </a:lnTo>
                  <a:moveTo>
                    <a:pt x="12700" y="157226"/>
                  </a:moveTo>
                  <a:lnTo>
                    <a:pt x="12700" y="5023612"/>
                  </a:lnTo>
                  <a:lnTo>
                    <a:pt x="6350" y="5023612"/>
                  </a:lnTo>
                  <a:lnTo>
                    <a:pt x="12700" y="5023612"/>
                  </a:lnTo>
                  <a:cubicBezTo>
                    <a:pt x="12700" y="5103368"/>
                    <a:pt x="77470" y="5168138"/>
                    <a:pt x="157353" y="5168138"/>
                  </a:cubicBezTo>
                  <a:lnTo>
                    <a:pt x="6873875" y="5168138"/>
                  </a:lnTo>
                  <a:cubicBezTo>
                    <a:pt x="6953758" y="5168138"/>
                    <a:pt x="7018528" y="5103495"/>
                    <a:pt x="7018528" y="5023612"/>
                  </a:cubicBezTo>
                  <a:lnTo>
                    <a:pt x="7018528" y="157226"/>
                  </a:lnTo>
                  <a:cubicBezTo>
                    <a:pt x="7018528" y="77470"/>
                    <a:pt x="6953758" y="12700"/>
                    <a:pt x="6873875" y="12700"/>
                  </a:cubicBezTo>
                  <a:lnTo>
                    <a:pt x="157353" y="12700"/>
                  </a:lnTo>
                  <a:lnTo>
                    <a:pt x="157353" y="6350"/>
                  </a:lnTo>
                  <a:lnTo>
                    <a:pt x="157353" y="12700"/>
                  </a:lnTo>
                  <a:cubicBezTo>
                    <a:pt x="77470" y="12700"/>
                    <a:pt x="12700" y="77343"/>
                    <a:pt x="12700" y="157226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310472" y="2515048"/>
            <a:ext cx="807987" cy="807987"/>
            <a:chOff x="0" y="0"/>
            <a:chExt cx="1077316" cy="10773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7341" cy="1077341"/>
            </a:xfrm>
            <a:custGeom>
              <a:avLst/>
              <a:gdLst/>
              <a:ahLst/>
              <a:cxnLst/>
              <a:rect l="l" t="t" r="r" b="b"/>
              <a:pathLst>
                <a:path w="1077341" h="1077341">
                  <a:moveTo>
                    <a:pt x="0" y="538607"/>
                  </a:moveTo>
                  <a:cubicBezTo>
                    <a:pt x="0" y="241173"/>
                    <a:pt x="241173" y="0"/>
                    <a:pt x="538607" y="0"/>
                  </a:cubicBezTo>
                  <a:cubicBezTo>
                    <a:pt x="836041" y="0"/>
                    <a:pt x="1077341" y="241173"/>
                    <a:pt x="1077341" y="538607"/>
                  </a:cubicBezTo>
                  <a:cubicBezTo>
                    <a:pt x="1077341" y="836041"/>
                    <a:pt x="836168" y="1077341"/>
                    <a:pt x="538607" y="1077341"/>
                  </a:cubicBezTo>
                  <a:cubicBezTo>
                    <a:pt x="241046" y="1077341"/>
                    <a:pt x="0" y="836168"/>
                    <a:pt x="0" y="538607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8" name="Freeform 28" descr="preencoded.png"/>
          <p:cNvSpPr/>
          <p:nvPr/>
        </p:nvSpPr>
        <p:spPr>
          <a:xfrm>
            <a:off x="12532671" y="2737094"/>
            <a:ext cx="363588" cy="363588"/>
          </a:xfrm>
          <a:custGeom>
            <a:avLst/>
            <a:gdLst/>
            <a:ahLst/>
            <a:cxnLst/>
            <a:rect l="l" t="t" r="r" b="b"/>
            <a:pathLst>
              <a:path w="363588" h="363588">
                <a:moveTo>
                  <a:pt x="0" y="0"/>
                </a:moveTo>
                <a:lnTo>
                  <a:pt x="363588" y="0"/>
                </a:lnTo>
                <a:lnTo>
                  <a:pt x="363588" y="363589"/>
                </a:lnTo>
                <a:lnTo>
                  <a:pt x="0" y="363589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310472" y="3559816"/>
            <a:ext cx="3366935" cy="4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Matching System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0472" y="4067327"/>
            <a:ext cx="4706388" cy="1766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Automated matching engine compares lost and found items based on descriptions and categories.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87476" y="6363443"/>
            <a:ext cx="8033299" cy="3045323"/>
            <a:chOff x="0" y="0"/>
            <a:chExt cx="10711066" cy="4060431"/>
          </a:xfrm>
        </p:grpSpPr>
        <p:sp>
          <p:nvSpPr>
            <p:cNvPr id="32" name="Freeform 32"/>
            <p:cNvSpPr/>
            <p:nvPr/>
          </p:nvSpPr>
          <p:spPr>
            <a:xfrm>
              <a:off x="6350" y="6350"/>
              <a:ext cx="10698353" cy="4047744"/>
            </a:xfrm>
            <a:custGeom>
              <a:avLst/>
              <a:gdLst/>
              <a:ahLst/>
              <a:cxnLst/>
              <a:rect l="l" t="t" r="r" b="b"/>
              <a:pathLst>
                <a:path w="10698353" h="4047744">
                  <a:moveTo>
                    <a:pt x="0" y="150876"/>
                  </a:moveTo>
                  <a:cubicBezTo>
                    <a:pt x="0" y="67564"/>
                    <a:pt x="67691" y="0"/>
                    <a:pt x="151130" y="0"/>
                  </a:cubicBezTo>
                  <a:lnTo>
                    <a:pt x="10547223" y="0"/>
                  </a:lnTo>
                  <a:cubicBezTo>
                    <a:pt x="10630662" y="0"/>
                    <a:pt x="10698353" y="67564"/>
                    <a:pt x="10698353" y="150876"/>
                  </a:cubicBezTo>
                  <a:lnTo>
                    <a:pt x="10698353" y="3896868"/>
                  </a:lnTo>
                  <a:cubicBezTo>
                    <a:pt x="10698353" y="3980180"/>
                    <a:pt x="10630662" y="4047744"/>
                    <a:pt x="10547223" y="4047744"/>
                  </a:cubicBezTo>
                  <a:lnTo>
                    <a:pt x="151130" y="4047744"/>
                  </a:lnTo>
                  <a:cubicBezTo>
                    <a:pt x="67691" y="4047744"/>
                    <a:pt x="0" y="3980180"/>
                    <a:pt x="0" y="389686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0711053" cy="4060444"/>
            </a:xfrm>
            <a:custGeom>
              <a:avLst/>
              <a:gdLst/>
              <a:ahLst/>
              <a:cxnLst/>
              <a:rect l="l" t="t" r="r" b="b"/>
              <a:pathLst>
                <a:path w="10711053" h="4060444">
                  <a:moveTo>
                    <a:pt x="0" y="157226"/>
                  </a:moveTo>
                  <a:cubicBezTo>
                    <a:pt x="0" y="70358"/>
                    <a:pt x="70485" y="0"/>
                    <a:pt x="157480" y="0"/>
                  </a:cubicBezTo>
                  <a:lnTo>
                    <a:pt x="10553573" y="0"/>
                  </a:lnTo>
                  <a:lnTo>
                    <a:pt x="10553573" y="6350"/>
                  </a:lnTo>
                  <a:lnTo>
                    <a:pt x="10553573" y="0"/>
                  </a:lnTo>
                  <a:cubicBezTo>
                    <a:pt x="10640568" y="0"/>
                    <a:pt x="10711053" y="70358"/>
                    <a:pt x="10711053" y="157226"/>
                  </a:cubicBezTo>
                  <a:lnTo>
                    <a:pt x="10704703" y="157226"/>
                  </a:lnTo>
                  <a:lnTo>
                    <a:pt x="10711053" y="157226"/>
                  </a:lnTo>
                  <a:lnTo>
                    <a:pt x="10711053" y="3903218"/>
                  </a:lnTo>
                  <a:lnTo>
                    <a:pt x="10704703" y="3903218"/>
                  </a:lnTo>
                  <a:lnTo>
                    <a:pt x="10711053" y="3903218"/>
                  </a:lnTo>
                  <a:cubicBezTo>
                    <a:pt x="10711053" y="3990086"/>
                    <a:pt x="10640568" y="4060444"/>
                    <a:pt x="10553573" y="4060444"/>
                  </a:cubicBezTo>
                  <a:lnTo>
                    <a:pt x="10553573" y="4054094"/>
                  </a:lnTo>
                  <a:lnTo>
                    <a:pt x="10553573" y="4060444"/>
                  </a:lnTo>
                  <a:lnTo>
                    <a:pt x="157480" y="4060444"/>
                  </a:lnTo>
                  <a:lnTo>
                    <a:pt x="157480" y="4054094"/>
                  </a:lnTo>
                  <a:lnTo>
                    <a:pt x="157480" y="4060444"/>
                  </a:lnTo>
                  <a:cubicBezTo>
                    <a:pt x="70485" y="4060444"/>
                    <a:pt x="0" y="3990086"/>
                    <a:pt x="0" y="3903218"/>
                  </a:cubicBezTo>
                  <a:lnTo>
                    <a:pt x="0" y="157226"/>
                  </a:lnTo>
                  <a:lnTo>
                    <a:pt x="6350" y="157226"/>
                  </a:lnTo>
                  <a:lnTo>
                    <a:pt x="0" y="157226"/>
                  </a:lnTo>
                  <a:moveTo>
                    <a:pt x="12700" y="157226"/>
                  </a:moveTo>
                  <a:lnTo>
                    <a:pt x="12700" y="3903218"/>
                  </a:lnTo>
                  <a:lnTo>
                    <a:pt x="6350" y="3903218"/>
                  </a:lnTo>
                  <a:lnTo>
                    <a:pt x="12700" y="3903218"/>
                  </a:lnTo>
                  <a:cubicBezTo>
                    <a:pt x="12700" y="3982974"/>
                    <a:pt x="77470" y="4047744"/>
                    <a:pt x="157480" y="4047744"/>
                  </a:cubicBezTo>
                  <a:lnTo>
                    <a:pt x="10553573" y="4047744"/>
                  </a:lnTo>
                  <a:cubicBezTo>
                    <a:pt x="10633583" y="4047744"/>
                    <a:pt x="10698353" y="3982974"/>
                    <a:pt x="10698353" y="3903218"/>
                  </a:cubicBezTo>
                  <a:lnTo>
                    <a:pt x="10698353" y="157226"/>
                  </a:lnTo>
                  <a:cubicBezTo>
                    <a:pt x="10698353" y="77470"/>
                    <a:pt x="10633583" y="12700"/>
                    <a:pt x="10553573" y="12700"/>
                  </a:cubicBezTo>
                  <a:lnTo>
                    <a:pt x="157480" y="12700"/>
                  </a:lnTo>
                  <a:lnTo>
                    <a:pt x="157480" y="6350"/>
                  </a:lnTo>
                  <a:lnTo>
                    <a:pt x="157480" y="12700"/>
                  </a:lnTo>
                  <a:cubicBezTo>
                    <a:pt x="77470" y="12700"/>
                    <a:pt x="12700" y="77470"/>
                    <a:pt x="12700" y="157226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270997" y="6646964"/>
            <a:ext cx="807987" cy="807987"/>
            <a:chOff x="0" y="0"/>
            <a:chExt cx="1077316" cy="10773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7341" cy="1077341"/>
            </a:xfrm>
            <a:custGeom>
              <a:avLst/>
              <a:gdLst/>
              <a:ahLst/>
              <a:cxnLst/>
              <a:rect l="l" t="t" r="r" b="b"/>
              <a:pathLst>
                <a:path w="1077341" h="1077341">
                  <a:moveTo>
                    <a:pt x="0" y="538607"/>
                  </a:moveTo>
                  <a:cubicBezTo>
                    <a:pt x="0" y="241173"/>
                    <a:pt x="241173" y="0"/>
                    <a:pt x="538607" y="0"/>
                  </a:cubicBezTo>
                  <a:cubicBezTo>
                    <a:pt x="836041" y="0"/>
                    <a:pt x="1077341" y="241173"/>
                    <a:pt x="1077341" y="538607"/>
                  </a:cubicBezTo>
                  <a:cubicBezTo>
                    <a:pt x="1077341" y="836041"/>
                    <a:pt x="836168" y="1077341"/>
                    <a:pt x="538607" y="1077341"/>
                  </a:cubicBezTo>
                  <a:cubicBezTo>
                    <a:pt x="241046" y="1077341"/>
                    <a:pt x="0" y="836168"/>
                    <a:pt x="0" y="538607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6" name="Freeform 36" descr="preencoded.png"/>
          <p:cNvSpPr/>
          <p:nvPr/>
        </p:nvSpPr>
        <p:spPr>
          <a:xfrm>
            <a:off x="1493196" y="6869011"/>
            <a:ext cx="363588" cy="363588"/>
          </a:xfrm>
          <a:custGeom>
            <a:avLst/>
            <a:gdLst/>
            <a:ahLst/>
            <a:cxnLst/>
            <a:rect l="l" t="t" r="r" b="b"/>
            <a:pathLst>
              <a:path w="363588" h="363588">
                <a:moveTo>
                  <a:pt x="0" y="0"/>
                </a:moveTo>
                <a:lnTo>
                  <a:pt x="363588" y="0"/>
                </a:lnTo>
                <a:lnTo>
                  <a:pt x="363588" y="363588"/>
                </a:lnTo>
                <a:lnTo>
                  <a:pt x="0" y="363588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5129" r="-5126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270997" y="7691733"/>
            <a:ext cx="3366935" cy="4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Chat Module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70997" y="8199234"/>
            <a:ext cx="7466257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Secure messaging system allows users to communicate directly for item verification and recovery.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267082" y="6363443"/>
            <a:ext cx="8033299" cy="3045323"/>
            <a:chOff x="0" y="0"/>
            <a:chExt cx="10711066" cy="4060431"/>
          </a:xfrm>
        </p:grpSpPr>
        <p:sp>
          <p:nvSpPr>
            <p:cNvPr id="40" name="Freeform 40"/>
            <p:cNvSpPr/>
            <p:nvPr/>
          </p:nvSpPr>
          <p:spPr>
            <a:xfrm>
              <a:off x="6350" y="6350"/>
              <a:ext cx="10698353" cy="4047744"/>
            </a:xfrm>
            <a:custGeom>
              <a:avLst/>
              <a:gdLst/>
              <a:ahLst/>
              <a:cxnLst/>
              <a:rect l="l" t="t" r="r" b="b"/>
              <a:pathLst>
                <a:path w="10698353" h="4047744">
                  <a:moveTo>
                    <a:pt x="0" y="150876"/>
                  </a:moveTo>
                  <a:cubicBezTo>
                    <a:pt x="0" y="67564"/>
                    <a:pt x="67691" y="0"/>
                    <a:pt x="151130" y="0"/>
                  </a:cubicBezTo>
                  <a:lnTo>
                    <a:pt x="10547223" y="0"/>
                  </a:lnTo>
                  <a:cubicBezTo>
                    <a:pt x="10630662" y="0"/>
                    <a:pt x="10698353" y="67564"/>
                    <a:pt x="10698353" y="150876"/>
                  </a:cubicBezTo>
                  <a:lnTo>
                    <a:pt x="10698353" y="3896868"/>
                  </a:lnTo>
                  <a:cubicBezTo>
                    <a:pt x="10698353" y="3980180"/>
                    <a:pt x="10630662" y="4047744"/>
                    <a:pt x="10547223" y="4047744"/>
                  </a:cubicBezTo>
                  <a:lnTo>
                    <a:pt x="151130" y="4047744"/>
                  </a:lnTo>
                  <a:cubicBezTo>
                    <a:pt x="67691" y="4047744"/>
                    <a:pt x="0" y="3980180"/>
                    <a:pt x="0" y="389686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10711053" cy="4060444"/>
            </a:xfrm>
            <a:custGeom>
              <a:avLst/>
              <a:gdLst/>
              <a:ahLst/>
              <a:cxnLst/>
              <a:rect l="l" t="t" r="r" b="b"/>
              <a:pathLst>
                <a:path w="10711053" h="4060444">
                  <a:moveTo>
                    <a:pt x="0" y="157226"/>
                  </a:moveTo>
                  <a:cubicBezTo>
                    <a:pt x="0" y="70358"/>
                    <a:pt x="70485" y="0"/>
                    <a:pt x="157480" y="0"/>
                  </a:cubicBezTo>
                  <a:lnTo>
                    <a:pt x="10553573" y="0"/>
                  </a:lnTo>
                  <a:lnTo>
                    <a:pt x="10553573" y="6350"/>
                  </a:lnTo>
                  <a:lnTo>
                    <a:pt x="10553573" y="0"/>
                  </a:lnTo>
                  <a:cubicBezTo>
                    <a:pt x="10640568" y="0"/>
                    <a:pt x="10711053" y="70358"/>
                    <a:pt x="10711053" y="157226"/>
                  </a:cubicBezTo>
                  <a:lnTo>
                    <a:pt x="10704703" y="157226"/>
                  </a:lnTo>
                  <a:lnTo>
                    <a:pt x="10711053" y="157226"/>
                  </a:lnTo>
                  <a:lnTo>
                    <a:pt x="10711053" y="3903218"/>
                  </a:lnTo>
                  <a:lnTo>
                    <a:pt x="10704703" y="3903218"/>
                  </a:lnTo>
                  <a:lnTo>
                    <a:pt x="10711053" y="3903218"/>
                  </a:lnTo>
                  <a:cubicBezTo>
                    <a:pt x="10711053" y="3990086"/>
                    <a:pt x="10640568" y="4060444"/>
                    <a:pt x="10553573" y="4060444"/>
                  </a:cubicBezTo>
                  <a:lnTo>
                    <a:pt x="10553573" y="4054094"/>
                  </a:lnTo>
                  <a:lnTo>
                    <a:pt x="10553573" y="4060444"/>
                  </a:lnTo>
                  <a:lnTo>
                    <a:pt x="157480" y="4060444"/>
                  </a:lnTo>
                  <a:lnTo>
                    <a:pt x="157480" y="4054094"/>
                  </a:lnTo>
                  <a:lnTo>
                    <a:pt x="157480" y="4060444"/>
                  </a:lnTo>
                  <a:cubicBezTo>
                    <a:pt x="70485" y="4060444"/>
                    <a:pt x="0" y="3990086"/>
                    <a:pt x="0" y="3903218"/>
                  </a:cubicBezTo>
                  <a:lnTo>
                    <a:pt x="0" y="157226"/>
                  </a:lnTo>
                  <a:lnTo>
                    <a:pt x="6350" y="157226"/>
                  </a:lnTo>
                  <a:lnTo>
                    <a:pt x="0" y="157226"/>
                  </a:lnTo>
                  <a:moveTo>
                    <a:pt x="12700" y="157226"/>
                  </a:moveTo>
                  <a:lnTo>
                    <a:pt x="12700" y="3903218"/>
                  </a:lnTo>
                  <a:lnTo>
                    <a:pt x="6350" y="3903218"/>
                  </a:lnTo>
                  <a:lnTo>
                    <a:pt x="12700" y="3903218"/>
                  </a:lnTo>
                  <a:cubicBezTo>
                    <a:pt x="12700" y="3982974"/>
                    <a:pt x="77470" y="4047744"/>
                    <a:pt x="157480" y="4047744"/>
                  </a:cubicBezTo>
                  <a:lnTo>
                    <a:pt x="10553573" y="4047744"/>
                  </a:lnTo>
                  <a:cubicBezTo>
                    <a:pt x="10633583" y="4047744"/>
                    <a:pt x="10698353" y="3982974"/>
                    <a:pt x="10698353" y="3903218"/>
                  </a:cubicBezTo>
                  <a:lnTo>
                    <a:pt x="10698353" y="157226"/>
                  </a:lnTo>
                  <a:cubicBezTo>
                    <a:pt x="10698353" y="77470"/>
                    <a:pt x="10633583" y="12700"/>
                    <a:pt x="10553573" y="12700"/>
                  </a:cubicBezTo>
                  <a:lnTo>
                    <a:pt x="157480" y="12700"/>
                  </a:lnTo>
                  <a:lnTo>
                    <a:pt x="157480" y="6350"/>
                  </a:lnTo>
                  <a:lnTo>
                    <a:pt x="157480" y="12700"/>
                  </a:lnTo>
                  <a:cubicBezTo>
                    <a:pt x="77470" y="12700"/>
                    <a:pt x="12700" y="77470"/>
                    <a:pt x="12700" y="157226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550603" y="6646964"/>
            <a:ext cx="807987" cy="807987"/>
            <a:chOff x="0" y="0"/>
            <a:chExt cx="1077316" cy="10773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77341" cy="1077341"/>
            </a:xfrm>
            <a:custGeom>
              <a:avLst/>
              <a:gdLst/>
              <a:ahLst/>
              <a:cxnLst/>
              <a:rect l="l" t="t" r="r" b="b"/>
              <a:pathLst>
                <a:path w="1077341" h="1077341">
                  <a:moveTo>
                    <a:pt x="0" y="538607"/>
                  </a:moveTo>
                  <a:cubicBezTo>
                    <a:pt x="0" y="241173"/>
                    <a:pt x="241173" y="0"/>
                    <a:pt x="538607" y="0"/>
                  </a:cubicBezTo>
                  <a:cubicBezTo>
                    <a:pt x="836041" y="0"/>
                    <a:pt x="1077341" y="241173"/>
                    <a:pt x="1077341" y="538607"/>
                  </a:cubicBezTo>
                  <a:cubicBezTo>
                    <a:pt x="1077341" y="836041"/>
                    <a:pt x="836168" y="1077341"/>
                    <a:pt x="538607" y="1077341"/>
                  </a:cubicBezTo>
                  <a:cubicBezTo>
                    <a:pt x="241046" y="1077341"/>
                    <a:pt x="0" y="836168"/>
                    <a:pt x="0" y="538607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44" name="Freeform 44" descr="preencoded.png"/>
          <p:cNvSpPr/>
          <p:nvPr/>
        </p:nvSpPr>
        <p:spPr>
          <a:xfrm>
            <a:off x="9772802" y="6869011"/>
            <a:ext cx="363588" cy="363588"/>
          </a:xfrm>
          <a:custGeom>
            <a:avLst/>
            <a:gdLst/>
            <a:ahLst/>
            <a:cxnLst/>
            <a:rect l="l" t="t" r="r" b="b"/>
            <a:pathLst>
              <a:path w="363588" h="363588">
                <a:moveTo>
                  <a:pt x="0" y="0"/>
                </a:moveTo>
                <a:lnTo>
                  <a:pt x="363589" y="0"/>
                </a:lnTo>
                <a:lnTo>
                  <a:pt x="363589" y="363588"/>
                </a:lnTo>
                <a:lnTo>
                  <a:pt x="0" y="363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9550603" y="7691733"/>
            <a:ext cx="3366935" cy="4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Admin Dashboard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550603" y="8199234"/>
            <a:ext cx="7466257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Comprehensive control panel for monitoring, managing users, and overseeing all system activities.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78529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Technology Stack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3188" y="2341064"/>
            <a:ext cx="8048034" cy="3008017"/>
            <a:chOff x="0" y="0"/>
            <a:chExt cx="10730713" cy="4010690"/>
          </a:xfrm>
        </p:grpSpPr>
        <p:sp>
          <p:nvSpPr>
            <p:cNvPr id="8" name="Freeform 8"/>
            <p:cNvSpPr/>
            <p:nvPr/>
          </p:nvSpPr>
          <p:spPr>
            <a:xfrm>
              <a:off x="25400" y="22431"/>
              <a:ext cx="10679938" cy="3965728"/>
            </a:xfrm>
            <a:custGeom>
              <a:avLst/>
              <a:gdLst/>
              <a:ahLst/>
              <a:cxnLst/>
              <a:rect l="l" t="t" r="r" b="b"/>
              <a:pathLst>
                <a:path w="10679938" h="3965728">
                  <a:moveTo>
                    <a:pt x="0" y="140191"/>
                  </a:moveTo>
                  <a:cubicBezTo>
                    <a:pt x="0" y="62805"/>
                    <a:pt x="71501" y="0"/>
                    <a:pt x="159893" y="0"/>
                  </a:cubicBezTo>
                  <a:lnTo>
                    <a:pt x="10520045" y="0"/>
                  </a:lnTo>
                  <a:cubicBezTo>
                    <a:pt x="10608310" y="0"/>
                    <a:pt x="10679938" y="62805"/>
                    <a:pt x="10679938" y="140191"/>
                  </a:cubicBezTo>
                  <a:lnTo>
                    <a:pt x="10679938" y="3825536"/>
                  </a:lnTo>
                  <a:cubicBezTo>
                    <a:pt x="10679938" y="3903034"/>
                    <a:pt x="10608437" y="3965727"/>
                    <a:pt x="10520045" y="3965727"/>
                  </a:cubicBezTo>
                  <a:lnTo>
                    <a:pt x="159893" y="3965727"/>
                  </a:lnTo>
                  <a:cubicBezTo>
                    <a:pt x="71628" y="3965727"/>
                    <a:pt x="0" y="3902922"/>
                    <a:pt x="0" y="38255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0730738" cy="4010589"/>
            </a:xfrm>
            <a:custGeom>
              <a:avLst/>
              <a:gdLst/>
              <a:ahLst/>
              <a:cxnLst/>
              <a:rect l="l" t="t" r="r" b="b"/>
              <a:pathLst>
                <a:path w="10730738" h="4010589">
                  <a:moveTo>
                    <a:pt x="0" y="162622"/>
                  </a:moveTo>
                  <a:cubicBezTo>
                    <a:pt x="0" y="72675"/>
                    <a:pt x="83058" y="0"/>
                    <a:pt x="185293" y="0"/>
                  </a:cubicBezTo>
                  <a:lnTo>
                    <a:pt x="10545445" y="0"/>
                  </a:lnTo>
                  <a:lnTo>
                    <a:pt x="10545445" y="22431"/>
                  </a:lnTo>
                  <a:lnTo>
                    <a:pt x="10545445" y="0"/>
                  </a:lnTo>
                  <a:cubicBezTo>
                    <a:pt x="10647552" y="0"/>
                    <a:pt x="10730738" y="72675"/>
                    <a:pt x="10730738" y="162622"/>
                  </a:cubicBezTo>
                  <a:lnTo>
                    <a:pt x="10705338" y="162622"/>
                  </a:lnTo>
                  <a:lnTo>
                    <a:pt x="10730738" y="162622"/>
                  </a:lnTo>
                  <a:lnTo>
                    <a:pt x="10730738" y="3847967"/>
                  </a:lnTo>
                  <a:lnTo>
                    <a:pt x="10705338" y="3847967"/>
                  </a:lnTo>
                  <a:lnTo>
                    <a:pt x="10730738" y="3847967"/>
                  </a:lnTo>
                  <a:cubicBezTo>
                    <a:pt x="10730738" y="3937914"/>
                    <a:pt x="10647680" y="4010589"/>
                    <a:pt x="10545445" y="4010589"/>
                  </a:cubicBezTo>
                  <a:lnTo>
                    <a:pt x="10545445" y="3988158"/>
                  </a:lnTo>
                  <a:lnTo>
                    <a:pt x="10545445" y="4010589"/>
                  </a:lnTo>
                  <a:lnTo>
                    <a:pt x="185293" y="4010589"/>
                  </a:lnTo>
                  <a:lnTo>
                    <a:pt x="185293" y="3988158"/>
                  </a:lnTo>
                  <a:lnTo>
                    <a:pt x="185293" y="4010589"/>
                  </a:lnTo>
                  <a:cubicBezTo>
                    <a:pt x="83058" y="4010702"/>
                    <a:pt x="0" y="3938026"/>
                    <a:pt x="0" y="3848079"/>
                  </a:cubicBezTo>
                  <a:lnTo>
                    <a:pt x="0" y="162622"/>
                  </a:lnTo>
                  <a:lnTo>
                    <a:pt x="25400" y="162622"/>
                  </a:lnTo>
                  <a:lnTo>
                    <a:pt x="0" y="162622"/>
                  </a:lnTo>
                  <a:moveTo>
                    <a:pt x="50800" y="162622"/>
                  </a:moveTo>
                  <a:lnTo>
                    <a:pt x="50800" y="3847967"/>
                  </a:lnTo>
                  <a:lnTo>
                    <a:pt x="25400" y="3847967"/>
                  </a:lnTo>
                  <a:lnTo>
                    <a:pt x="50800" y="3847967"/>
                  </a:lnTo>
                  <a:cubicBezTo>
                    <a:pt x="50800" y="3912904"/>
                    <a:pt x="110871" y="3965728"/>
                    <a:pt x="185293" y="3965728"/>
                  </a:cubicBezTo>
                  <a:lnTo>
                    <a:pt x="10545445" y="3965728"/>
                  </a:lnTo>
                  <a:cubicBezTo>
                    <a:pt x="10619867" y="3965728"/>
                    <a:pt x="10679938" y="3912904"/>
                    <a:pt x="10679938" y="3847967"/>
                  </a:cubicBezTo>
                  <a:lnTo>
                    <a:pt x="10679938" y="162622"/>
                  </a:lnTo>
                  <a:cubicBezTo>
                    <a:pt x="10679938" y="97685"/>
                    <a:pt x="10619867" y="44861"/>
                    <a:pt x="10545445" y="44861"/>
                  </a:cubicBezTo>
                  <a:lnTo>
                    <a:pt x="185293" y="44861"/>
                  </a:lnTo>
                  <a:lnTo>
                    <a:pt x="185293" y="22431"/>
                  </a:lnTo>
                  <a:lnTo>
                    <a:pt x="185293" y="44861"/>
                  </a:lnTo>
                  <a:cubicBezTo>
                    <a:pt x="110871" y="44861"/>
                    <a:pt x="50800" y="97685"/>
                    <a:pt x="50800" y="162622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313859" y="2662685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Frontend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3859" y="3199505"/>
            <a:ext cx="7366692" cy="93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9913" lvl="1" indent="-179956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React.js for component-based UI</a:t>
            </a:r>
          </a:p>
          <a:p>
            <a:pPr marL="360064" lvl="1" indent="-180032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React Router for navigation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66634" y="2341064"/>
            <a:ext cx="8048177" cy="3008017"/>
            <a:chOff x="0" y="0"/>
            <a:chExt cx="10730903" cy="4010690"/>
          </a:xfrm>
        </p:grpSpPr>
        <p:sp>
          <p:nvSpPr>
            <p:cNvPr id="13" name="Freeform 13"/>
            <p:cNvSpPr/>
            <p:nvPr/>
          </p:nvSpPr>
          <p:spPr>
            <a:xfrm>
              <a:off x="25400" y="22431"/>
              <a:ext cx="10680192" cy="3965728"/>
            </a:xfrm>
            <a:custGeom>
              <a:avLst/>
              <a:gdLst/>
              <a:ahLst/>
              <a:cxnLst/>
              <a:rect l="l" t="t" r="r" b="b"/>
              <a:pathLst>
                <a:path w="10680192" h="3965728">
                  <a:moveTo>
                    <a:pt x="0" y="140191"/>
                  </a:moveTo>
                  <a:cubicBezTo>
                    <a:pt x="0" y="62805"/>
                    <a:pt x="71501" y="0"/>
                    <a:pt x="159893" y="0"/>
                  </a:cubicBezTo>
                  <a:lnTo>
                    <a:pt x="10520299" y="0"/>
                  </a:lnTo>
                  <a:cubicBezTo>
                    <a:pt x="10608564" y="0"/>
                    <a:pt x="10680192" y="62805"/>
                    <a:pt x="10680192" y="140191"/>
                  </a:cubicBezTo>
                  <a:lnTo>
                    <a:pt x="10680192" y="3825536"/>
                  </a:lnTo>
                  <a:cubicBezTo>
                    <a:pt x="10680192" y="3903034"/>
                    <a:pt x="10608691" y="3965727"/>
                    <a:pt x="10520299" y="3965727"/>
                  </a:cubicBezTo>
                  <a:lnTo>
                    <a:pt x="159893" y="3965727"/>
                  </a:lnTo>
                  <a:cubicBezTo>
                    <a:pt x="71628" y="3965727"/>
                    <a:pt x="0" y="3902922"/>
                    <a:pt x="0" y="38255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10730992" cy="4010589"/>
            </a:xfrm>
            <a:custGeom>
              <a:avLst/>
              <a:gdLst/>
              <a:ahLst/>
              <a:cxnLst/>
              <a:rect l="l" t="t" r="r" b="b"/>
              <a:pathLst>
                <a:path w="10730992" h="4010589">
                  <a:moveTo>
                    <a:pt x="0" y="162622"/>
                  </a:moveTo>
                  <a:cubicBezTo>
                    <a:pt x="0" y="72675"/>
                    <a:pt x="83058" y="0"/>
                    <a:pt x="185293" y="0"/>
                  </a:cubicBezTo>
                  <a:lnTo>
                    <a:pt x="10545699" y="0"/>
                  </a:lnTo>
                  <a:lnTo>
                    <a:pt x="10545699" y="22431"/>
                  </a:lnTo>
                  <a:lnTo>
                    <a:pt x="10545699" y="0"/>
                  </a:lnTo>
                  <a:cubicBezTo>
                    <a:pt x="10647807" y="0"/>
                    <a:pt x="10730992" y="72675"/>
                    <a:pt x="10730992" y="162622"/>
                  </a:cubicBezTo>
                  <a:lnTo>
                    <a:pt x="10705592" y="162622"/>
                  </a:lnTo>
                  <a:lnTo>
                    <a:pt x="10730992" y="162622"/>
                  </a:lnTo>
                  <a:lnTo>
                    <a:pt x="10730992" y="3847967"/>
                  </a:lnTo>
                  <a:lnTo>
                    <a:pt x="10705592" y="3847967"/>
                  </a:lnTo>
                  <a:lnTo>
                    <a:pt x="10730992" y="3847967"/>
                  </a:lnTo>
                  <a:cubicBezTo>
                    <a:pt x="10730992" y="3937914"/>
                    <a:pt x="10647934" y="4010589"/>
                    <a:pt x="10545699" y="4010589"/>
                  </a:cubicBezTo>
                  <a:lnTo>
                    <a:pt x="10545699" y="3988158"/>
                  </a:lnTo>
                  <a:lnTo>
                    <a:pt x="10545699" y="4010589"/>
                  </a:lnTo>
                  <a:lnTo>
                    <a:pt x="185293" y="4010589"/>
                  </a:lnTo>
                  <a:lnTo>
                    <a:pt x="185293" y="3988158"/>
                  </a:lnTo>
                  <a:lnTo>
                    <a:pt x="185293" y="4010589"/>
                  </a:lnTo>
                  <a:cubicBezTo>
                    <a:pt x="83058" y="4010702"/>
                    <a:pt x="0" y="3938026"/>
                    <a:pt x="0" y="3848079"/>
                  </a:cubicBezTo>
                  <a:lnTo>
                    <a:pt x="0" y="162622"/>
                  </a:lnTo>
                  <a:lnTo>
                    <a:pt x="25400" y="162622"/>
                  </a:lnTo>
                  <a:lnTo>
                    <a:pt x="0" y="162622"/>
                  </a:lnTo>
                  <a:moveTo>
                    <a:pt x="50800" y="162622"/>
                  </a:moveTo>
                  <a:lnTo>
                    <a:pt x="50800" y="3847967"/>
                  </a:lnTo>
                  <a:lnTo>
                    <a:pt x="25400" y="3847967"/>
                  </a:lnTo>
                  <a:lnTo>
                    <a:pt x="50800" y="3847967"/>
                  </a:lnTo>
                  <a:cubicBezTo>
                    <a:pt x="50800" y="3912904"/>
                    <a:pt x="110871" y="3965728"/>
                    <a:pt x="185293" y="3965728"/>
                  </a:cubicBezTo>
                  <a:lnTo>
                    <a:pt x="10545699" y="3965728"/>
                  </a:lnTo>
                  <a:cubicBezTo>
                    <a:pt x="10620121" y="3965728"/>
                    <a:pt x="10680192" y="3912904"/>
                    <a:pt x="10680192" y="3847967"/>
                  </a:cubicBezTo>
                  <a:lnTo>
                    <a:pt x="10680192" y="162622"/>
                  </a:lnTo>
                  <a:cubicBezTo>
                    <a:pt x="10680192" y="97685"/>
                    <a:pt x="10620121" y="44861"/>
                    <a:pt x="10545699" y="44861"/>
                  </a:cubicBezTo>
                  <a:lnTo>
                    <a:pt x="185293" y="44861"/>
                  </a:lnTo>
                  <a:lnTo>
                    <a:pt x="185293" y="22431"/>
                  </a:lnTo>
                  <a:lnTo>
                    <a:pt x="185293" y="44861"/>
                  </a:lnTo>
                  <a:cubicBezTo>
                    <a:pt x="110871" y="44861"/>
                    <a:pt x="50800" y="97685"/>
                    <a:pt x="50800" y="162622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607306" y="2662685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Backend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7306" y="3199505"/>
            <a:ext cx="7366845" cy="1908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0064" lvl="1" indent="-180032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Spring Boot for REST API</a:t>
            </a:r>
          </a:p>
          <a:p>
            <a:pPr marL="360064" lvl="1" indent="-180032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Spring Security for authentication</a:t>
            </a:r>
          </a:p>
          <a:p>
            <a:pPr marL="360064" lvl="1" indent="-180032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Spring Data JPA for persistence</a:t>
            </a:r>
          </a:p>
          <a:p>
            <a:pPr algn="l">
              <a:lnSpc>
                <a:spcPts val="3888"/>
              </a:lnSpc>
            </a:pPr>
            <a:endParaRPr/>
          </a:p>
        </p:txBody>
      </p:sp>
      <p:grpSp>
        <p:nvGrpSpPr>
          <p:cNvPr id="17" name="Group 17"/>
          <p:cNvGrpSpPr/>
          <p:nvPr/>
        </p:nvGrpSpPr>
        <p:grpSpPr>
          <a:xfrm>
            <a:off x="973188" y="5992711"/>
            <a:ext cx="8048034" cy="3030140"/>
            <a:chOff x="0" y="0"/>
            <a:chExt cx="10730713" cy="4040187"/>
          </a:xfrm>
        </p:grpSpPr>
        <p:sp>
          <p:nvSpPr>
            <p:cNvPr id="18" name="Freeform 18"/>
            <p:cNvSpPr/>
            <p:nvPr/>
          </p:nvSpPr>
          <p:spPr>
            <a:xfrm>
              <a:off x="25400" y="22596"/>
              <a:ext cx="10679938" cy="3994894"/>
            </a:xfrm>
            <a:custGeom>
              <a:avLst/>
              <a:gdLst/>
              <a:ahLst/>
              <a:cxnLst/>
              <a:rect l="l" t="t" r="r" b="b"/>
              <a:pathLst>
                <a:path w="10679938" h="3994894">
                  <a:moveTo>
                    <a:pt x="0" y="141222"/>
                  </a:moveTo>
                  <a:cubicBezTo>
                    <a:pt x="0" y="63267"/>
                    <a:pt x="71501" y="0"/>
                    <a:pt x="159893" y="0"/>
                  </a:cubicBezTo>
                  <a:lnTo>
                    <a:pt x="10520045" y="0"/>
                  </a:lnTo>
                  <a:cubicBezTo>
                    <a:pt x="10608310" y="0"/>
                    <a:pt x="10679938" y="63267"/>
                    <a:pt x="10679938" y="141222"/>
                  </a:cubicBezTo>
                  <a:lnTo>
                    <a:pt x="10679938" y="3853671"/>
                  </a:lnTo>
                  <a:cubicBezTo>
                    <a:pt x="10679938" y="3931739"/>
                    <a:pt x="10608437" y="3994894"/>
                    <a:pt x="10520045" y="3994894"/>
                  </a:cubicBezTo>
                  <a:lnTo>
                    <a:pt x="159893" y="3994894"/>
                  </a:lnTo>
                  <a:cubicBezTo>
                    <a:pt x="71628" y="3994894"/>
                    <a:pt x="0" y="3931626"/>
                    <a:pt x="0" y="385367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0730738" cy="4040085"/>
            </a:xfrm>
            <a:custGeom>
              <a:avLst/>
              <a:gdLst/>
              <a:ahLst/>
              <a:cxnLst/>
              <a:rect l="l" t="t" r="r" b="b"/>
              <a:pathLst>
                <a:path w="10730738" h="4040085">
                  <a:moveTo>
                    <a:pt x="0" y="163818"/>
                  </a:moveTo>
                  <a:cubicBezTo>
                    <a:pt x="0" y="73210"/>
                    <a:pt x="83058" y="0"/>
                    <a:pt x="185293" y="0"/>
                  </a:cubicBezTo>
                  <a:lnTo>
                    <a:pt x="10545445" y="0"/>
                  </a:lnTo>
                  <a:lnTo>
                    <a:pt x="10545445" y="22596"/>
                  </a:lnTo>
                  <a:lnTo>
                    <a:pt x="10545445" y="0"/>
                  </a:lnTo>
                  <a:cubicBezTo>
                    <a:pt x="10647552" y="0"/>
                    <a:pt x="10730738" y="73210"/>
                    <a:pt x="10730738" y="163818"/>
                  </a:cubicBezTo>
                  <a:lnTo>
                    <a:pt x="10705338" y="163818"/>
                  </a:lnTo>
                  <a:lnTo>
                    <a:pt x="10730738" y="163818"/>
                  </a:lnTo>
                  <a:lnTo>
                    <a:pt x="10730738" y="3876267"/>
                  </a:lnTo>
                  <a:lnTo>
                    <a:pt x="10705338" y="3876267"/>
                  </a:lnTo>
                  <a:lnTo>
                    <a:pt x="10730738" y="3876267"/>
                  </a:lnTo>
                  <a:cubicBezTo>
                    <a:pt x="10730738" y="3966875"/>
                    <a:pt x="10647680" y="4040085"/>
                    <a:pt x="10545445" y="4040085"/>
                  </a:cubicBezTo>
                  <a:lnTo>
                    <a:pt x="10545445" y="4017490"/>
                  </a:lnTo>
                  <a:lnTo>
                    <a:pt x="10545445" y="4040085"/>
                  </a:lnTo>
                  <a:lnTo>
                    <a:pt x="185293" y="4040085"/>
                  </a:lnTo>
                  <a:lnTo>
                    <a:pt x="185293" y="4017490"/>
                  </a:lnTo>
                  <a:lnTo>
                    <a:pt x="185293" y="4040085"/>
                  </a:lnTo>
                  <a:cubicBezTo>
                    <a:pt x="83058" y="4040199"/>
                    <a:pt x="0" y="3966988"/>
                    <a:pt x="0" y="3876380"/>
                  </a:cubicBezTo>
                  <a:lnTo>
                    <a:pt x="0" y="163818"/>
                  </a:lnTo>
                  <a:lnTo>
                    <a:pt x="25400" y="163818"/>
                  </a:lnTo>
                  <a:lnTo>
                    <a:pt x="0" y="163818"/>
                  </a:lnTo>
                  <a:moveTo>
                    <a:pt x="50800" y="163818"/>
                  </a:moveTo>
                  <a:lnTo>
                    <a:pt x="50800" y="3876267"/>
                  </a:lnTo>
                  <a:lnTo>
                    <a:pt x="25400" y="3876267"/>
                  </a:lnTo>
                  <a:lnTo>
                    <a:pt x="50800" y="3876267"/>
                  </a:lnTo>
                  <a:cubicBezTo>
                    <a:pt x="50800" y="3941681"/>
                    <a:pt x="110871" y="3994894"/>
                    <a:pt x="185293" y="3994894"/>
                  </a:cubicBezTo>
                  <a:lnTo>
                    <a:pt x="10545445" y="3994894"/>
                  </a:lnTo>
                  <a:cubicBezTo>
                    <a:pt x="10619867" y="3994894"/>
                    <a:pt x="10679938" y="3941681"/>
                    <a:pt x="10679938" y="3876267"/>
                  </a:cubicBezTo>
                  <a:lnTo>
                    <a:pt x="10679938" y="163818"/>
                  </a:lnTo>
                  <a:cubicBezTo>
                    <a:pt x="10679938" y="98404"/>
                    <a:pt x="10619867" y="45191"/>
                    <a:pt x="10545445" y="45191"/>
                  </a:cubicBezTo>
                  <a:lnTo>
                    <a:pt x="185293" y="45191"/>
                  </a:lnTo>
                  <a:lnTo>
                    <a:pt x="185293" y="22596"/>
                  </a:lnTo>
                  <a:lnTo>
                    <a:pt x="185293" y="45191"/>
                  </a:lnTo>
                  <a:cubicBezTo>
                    <a:pt x="110871" y="45191"/>
                    <a:pt x="50800" y="98404"/>
                    <a:pt x="50800" y="16381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313859" y="631433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Database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3859" y="6851152"/>
            <a:ext cx="7366692" cy="93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0064" lvl="1" indent="-180032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MySQL for relational data</a:t>
            </a:r>
          </a:p>
          <a:p>
            <a:pPr marL="359913" lvl="1" indent="-179956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Structured schema design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66634" y="5992711"/>
            <a:ext cx="8048177" cy="3030140"/>
            <a:chOff x="0" y="0"/>
            <a:chExt cx="10730903" cy="4040187"/>
          </a:xfrm>
        </p:grpSpPr>
        <p:sp>
          <p:nvSpPr>
            <p:cNvPr id="23" name="Freeform 23"/>
            <p:cNvSpPr/>
            <p:nvPr/>
          </p:nvSpPr>
          <p:spPr>
            <a:xfrm>
              <a:off x="25400" y="22596"/>
              <a:ext cx="10680192" cy="3994894"/>
            </a:xfrm>
            <a:custGeom>
              <a:avLst/>
              <a:gdLst/>
              <a:ahLst/>
              <a:cxnLst/>
              <a:rect l="l" t="t" r="r" b="b"/>
              <a:pathLst>
                <a:path w="10680192" h="3994894">
                  <a:moveTo>
                    <a:pt x="0" y="141222"/>
                  </a:moveTo>
                  <a:cubicBezTo>
                    <a:pt x="0" y="63267"/>
                    <a:pt x="71501" y="0"/>
                    <a:pt x="159893" y="0"/>
                  </a:cubicBezTo>
                  <a:lnTo>
                    <a:pt x="10520299" y="0"/>
                  </a:lnTo>
                  <a:cubicBezTo>
                    <a:pt x="10608564" y="0"/>
                    <a:pt x="10680192" y="63267"/>
                    <a:pt x="10680192" y="141222"/>
                  </a:cubicBezTo>
                  <a:lnTo>
                    <a:pt x="10680192" y="3853671"/>
                  </a:lnTo>
                  <a:cubicBezTo>
                    <a:pt x="10680192" y="3931739"/>
                    <a:pt x="10608691" y="3994894"/>
                    <a:pt x="10520299" y="3994894"/>
                  </a:cubicBezTo>
                  <a:lnTo>
                    <a:pt x="159893" y="3994894"/>
                  </a:lnTo>
                  <a:cubicBezTo>
                    <a:pt x="71628" y="3994894"/>
                    <a:pt x="0" y="3931626"/>
                    <a:pt x="0" y="385367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10730992" cy="4040085"/>
            </a:xfrm>
            <a:custGeom>
              <a:avLst/>
              <a:gdLst/>
              <a:ahLst/>
              <a:cxnLst/>
              <a:rect l="l" t="t" r="r" b="b"/>
              <a:pathLst>
                <a:path w="10730992" h="4040085">
                  <a:moveTo>
                    <a:pt x="0" y="163818"/>
                  </a:moveTo>
                  <a:cubicBezTo>
                    <a:pt x="0" y="73210"/>
                    <a:pt x="83058" y="0"/>
                    <a:pt x="185293" y="0"/>
                  </a:cubicBezTo>
                  <a:lnTo>
                    <a:pt x="10545699" y="0"/>
                  </a:lnTo>
                  <a:lnTo>
                    <a:pt x="10545699" y="22596"/>
                  </a:lnTo>
                  <a:lnTo>
                    <a:pt x="10545699" y="0"/>
                  </a:lnTo>
                  <a:cubicBezTo>
                    <a:pt x="10647807" y="0"/>
                    <a:pt x="10730992" y="73210"/>
                    <a:pt x="10730992" y="163818"/>
                  </a:cubicBezTo>
                  <a:lnTo>
                    <a:pt x="10705592" y="163818"/>
                  </a:lnTo>
                  <a:lnTo>
                    <a:pt x="10730992" y="163818"/>
                  </a:lnTo>
                  <a:lnTo>
                    <a:pt x="10730992" y="3876267"/>
                  </a:lnTo>
                  <a:lnTo>
                    <a:pt x="10705592" y="3876267"/>
                  </a:lnTo>
                  <a:lnTo>
                    <a:pt x="10730992" y="3876267"/>
                  </a:lnTo>
                  <a:cubicBezTo>
                    <a:pt x="10730992" y="3966875"/>
                    <a:pt x="10647934" y="4040085"/>
                    <a:pt x="10545699" y="4040085"/>
                  </a:cubicBezTo>
                  <a:lnTo>
                    <a:pt x="10545699" y="4017490"/>
                  </a:lnTo>
                  <a:lnTo>
                    <a:pt x="10545699" y="4040085"/>
                  </a:lnTo>
                  <a:lnTo>
                    <a:pt x="185293" y="4040085"/>
                  </a:lnTo>
                  <a:lnTo>
                    <a:pt x="185293" y="4017490"/>
                  </a:lnTo>
                  <a:lnTo>
                    <a:pt x="185293" y="4040085"/>
                  </a:lnTo>
                  <a:cubicBezTo>
                    <a:pt x="83058" y="4040199"/>
                    <a:pt x="0" y="3966988"/>
                    <a:pt x="0" y="3876380"/>
                  </a:cubicBezTo>
                  <a:lnTo>
                    <a:pt x="0" y="163818"/>
                  </a:lnTo>
                  <a:lnTo>
                    <a:pt x="25400" y="163818"/>
                  </a:lnTo>
                  <a:lnTo>
                    <a:pt x="0" y="163818"/>
                  </a:lnTo>
                  <a:moveTo>
                    <a:pt x="50800" y="163818"/>
                  </a:moveTo>
                  <a:lnTo>
                    <a:pt x="50800" y="3876267"/>
                  </a:lnTo>
                  <a:lnTo>
                    <a:pt x="25400" y="3876267"/>
                  </a:lnTo>
                  <a:lnTo>
                    <a:pt x="50800" y="3876267"/>
                  </a:lnTo>
                  <a:cubicBezTo>
                    <a:pt x="50800" y="3941681"/>
                    <a:pt x="110871" y="3994894"/>
                    <a:pt x="185293" y="3994894"/>
                  </a:cubicBezTo>
                  <a:lnTo>
                    <a:pt x="10545699" y="3994894"/>
                  </a:lnTo>
                  <a:cubicBezTo>
                    <a:pt x="10620121" y="3994894"/>
                    <a:pt x="10680192" y="3941681"/>
                    <a:pt x="10680192" y="3876267"/>
                  </a:cubicBezTo>
                  <a:lnTo>
                    <a:pt x="10680192" y="163818"/>
                  </a:lnTo>
                  <a:cubicBezTo>
                    <a:pt x="10680192" y="98404"/>
                    <a:pt x="10620121" y="45191"/>
                    <a:pt x="10545699" y="45191"/>
                  </a:cubicBezTo>
                  <a:lnTo>
                    <a:pt x="185293" y="45191"/>
                  </a:lnTo>
                  <a:lnTo>
                    <a:pt x="185293" y="22596"/>
                  </a:lnTo>
                  <a:lnTo>
                    <a:pt x="185293" y="45191"/>
                  </a:lnTo>
                  <a:cubicBezTo>
                    <a:pt x="110871" y="45191"/>
                    <a:pt x="50800" y="98404"/>
                    <a:pt x="50800" y="16381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607306" y="631433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Tools &amp; DevOps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7306" y="6851152"/>
            <a:ext cx="7366845" cy="1422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9913" lvl="1" indent="-179956" algn="l">
              <a:lnSpc>
                <a:spcPts val="3886"/>
              </a:lnSpc>
              <a:buFont typeface="Arial"/>
              <a:buChar char="•"/>
            </a:pPr>
            <a:r>
              <a:rPr lang="en-US" sz="23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Eclipse IDEA for  backend development</a:t>
            </a:r>
          </a:p>
          <a:p>
            <a:pPr marL="360064" lvl="1" indent="-180032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Vs Code for frontend development</a:t>
            </a:r>
          </a:p>
          <a:p>
            <a:pPr marL="359913" lvl="1" indent="-179956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Git for version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928097"/>
            <a:ext cx="6025010" cy="77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Workflow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109788"/>
            <a:ext cx="1204912" cy="1446009"/>
            <a:chOff x="0" y="0"/>
            <a:chExt cx="1606550" cy="192801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606550" cy="1927987"/>
            </a:xfrm>
            <a:custGeom>
              <a:avLst/>
              <a:gdLst/>
              <a:ahLst/>
              <a:cxnLst/>
              <a:rect l="l" t="t" r="r" b="b"/>
              <a:pathLst>
                <a:path w="1606550" h="1927987">
                  <a:moveTo>
                    <a:pt x="0" y="0"/>
                  </a:moveTo>
                  <a:lnTo>
                    <a:pt x="1606550" y="0"/>
                  </a:lnTo>
                  <a:lnTo>
                    <a:pt x="1606550" y="1927987"/>
                  </a:lnTo>
                  <a:lnTo>
                    <a:pt x="0" y="1927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5" r="-135" b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401938" y="2331691"/>
            <a:ext cx="1583769" cy="378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412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User Login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01938" y="2802436"/>
            <a:ext cx="14893823" cy="35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0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Secure authentication with email and password verification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238" y="3555797"/>
            <a:ext cx="1204912" cy="1446009"/>
            <a:chOff x="0" y="0"/>
            <a:chExt cx="1606550" cy="1928012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606550" cy="1927987"/>
            </a:xfrm>
            <a:custGeom>
              <a:avLst/>
              <a:gdLst/>
              <a:ahLst/>
              <a:cxnLst/>
              <a:rect l="l" t="t" r="r" b="b"/>
              <a:pathLst>
                <a:path w="1606550" h="1927987">
                  <a:moveTo>
                    <a:pt x="0" y="0"/>
                  </a:moveTo>
                  <a:lnTo>
                    <a:pt x="1606550" y="0"/>
                  </a:lnTo>
                  <a:lnTo>
                    <a:pt x="1606550" y="1927987"/>
                  </a:lnTo>
                  <a:lnTo>
                    <a:pt x="0" y="1927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5" r="-135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2401938" y="3777701"/>
            <a:ext cx="1389698" cy="378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412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Post Item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01938" y="4248445"/>
            <a:ext cx="14893823" cy="35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0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submits lost or found item with details and images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238" y="5001816"/>
            <a:ext cx="1204912" cy="1446009"/>
            <a:chOff x="0" y="0"/>
            <a:chExt cx="1606550" cy="1928012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606550" cy="1927987"/>
            </a:xfrm>
            <a:custGeom>
              <a:avLst/>
              <a:gdLst/>
              <a:ahLst/>
              <a:cxnLst/>
              <a:rect l="l" t="t" r="r" b="b"/>
              <a:pathLst>
                <a:path w="1606550" h="1927987">
                  <a:moveTo>
                    <a:pt x="0" y="0"/>
                  </a:moveTo>
                  <a:lnTo>
                    <a:pt x="1606550" y="0"/>
                  </a:lnTo>
                  <a:lnTo>
                    <a:pt x="1606550" y="1927987"/>
                  </a:lnTo>
                  <a:lnTo>
                    <a:pt x="0" y="1927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5" r="-135" b="-1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2401938" y="5223720"/>
            <a:ext cx="2477572" cy="378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412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System Matches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01938" y="5694464"/>
            <a:ext cx="14893823" cy="35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0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Automated matching identifies potential item recovery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2238" y="6447834"/>
            <a:ext cx="1204912" cy="1446009"/>
            <a:chOff x="0" y="0"/>
            <a:chExt cx="1606550" cy="192801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606550" cy="1927987"/>
            </a:xfrm>
            <a:custGeom>
              <a:avLst/>
              <a:gdLst/>
              <a:ahLst/>
              <a:cxnLst/>
              <a:rect l="l" t="t" r="r" b="b"/>
              <a:pathLst>
                <a:path w="1606550" h="1927987">
                  <a:moveTo>
                    <a:pt x="0" y="0"/>
                  </a:moveTo>
                  <a:lnTo>
                    <a:pt x="1606550" y="0"/>
                  </a:lnTo>
                  <a:lnTo>
                    <a:pt x="1606550" y="1927987"/>
                  </a:lnTo>
                  <a:lnTo>
                    <a:pt x="0" y="1927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5" r="-135" b="-1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2401938" y="6715135"/>
            <a:ext cx="2384344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412" b="1" dirty="0" smtClean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Chat </a:t>
            </a:r>
            <a:r>
              <a:rPr lang="en-US" sz="2412" b="1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&amp; Verify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01938" y="7140473"/>
            <a:ext cx="14893823" cy="35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074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Users communicate to confirm item ownership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92238" y="7893844"/>
            <a:ext cx="1204912" cy="1446009"/>
            <a:chOff x="0" y="0"/>
            <a:chExt cx="1606550" cy="1928012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1606550" cy="1927987"/>
            </a:xfrm>
            <a:custGeom>
              <a:avLst/>
              <a:gdLst/>
              <a:ahLst/>
              <a:cxnLst/>
              <a:rect l="l" t="t" r="r" b="b"/>
              <a:pathLst>
                <a:path w="1606550" h="1927987">
                  <a:moveTo>
                    <a:pt x="0" y="0"/>
                  </a:moveTo>
                  <a:lnTo>
                    <a:pt x="1606550" y="0"/>
                  </a:lnTo>
                  <a:lnTo>
                    <a:pt x="1606550" y="1927987"/>
                  </a:lnTo>
                  <a:lnTo>
                    <a:pt x="0" y="1927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5" r="-135" b="-1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2401938" y="8115748"/>
            <a:ext cx="2134195" cy="378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412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Item Recovery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401938" y="8586492"/>
            <a:ext cx="14893823" cy="35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0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Successful item return with system confirmation</a:t>
            </a:r>
          </a:p>
        </p:txBody>
      </p:sp>
      <p:pic>
        <p:nvPicPr>
          <p:cNvPr id="27" name="Picture 26" descr="lostfound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256" y="2143104"/>
            <a:ext cx="7786678" cy="70009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94825" y="2182721"/>
            <a:ext cx="12698350" cy="5921558"/>
          </a:xfrm>
          <a:custGeom>
            <a:avLst/>
            <a:gdLst/>
            <a:ahLst/>
            <a:cxnLst/>
            <a:rect l="l" t="t" r="r" b="b"/>
            <a:pathLst>
              <a:path w="12698350" h="5921558">
                <a:moveTo>
                  <a:pt x="0" y="0"/>
                </a:moveTo>
                <a:lnTo>
                  <a:pt x="12698350" y="0"/>
                </a:lnTo>
                <a:lnTo>
                  <a:pt x="12698350" y="5921558"/>
                </a:lnTo>
                <a:lnTo>
                  <a:pt x="0" y="5921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1357258" y="642906"/>
            <a:ext cx="76438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500" b="1" dirty="0" smtClean="0">
                <a:latin typeface="Inter Bold" charset="0"/>
                <a:ea typeface="Inter Bold" charset="0"/>
              </a:rPr>
              <a:t>Project Outputs:</a:t>
            </a:r>
            <a:endParaRPr lang="en-IN" sz="4500" b="1" dirty="0">
              <a:latin typeface="Inter Bold" charset="0"/>
              <a:ea typeface="Inter Bold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94825" y="2196665"/>
            <a:ext cx="12698350" cy="5893670"/>
          </a:xfrm>
          <a:custGeom>
            <a:avLst/>
            <a:gdLst/>
            <a:ahLst/>
            <a:cxnLst/>
            <a:rect l="l" t="t" r="r" b="b"/>
            <a:pathLst>
              <a:path w="12698350" h="5893670">
                <a:moveTo>
                  <a:pt x="0" y="0"/>
                </a:moveTo>
                <a:lnTo>
                  <a:pt x="12698350" y="0"/>
                </a:lnTo>
                <a:lnTo>
                  <a:pt x="12698350" y="5893670"/>
                </a:lnTo>
                <a:lnTo>
                  <a:pt x="0" y="5893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94825" y="2229201"/>
            <a:ext cx="12698350" cy="5828598"/>
          </a:xfrm>
          <a:custGeom>
            <a:avLst/>
            <a:gdLst/>
            <a:ahLst/>
            <a:cxnLst/>
            <a:rect l="l" t="t" r="r" b="b"/>
            <a:pathLst>
              <a:path w="12698350" h="5828598">
                <a:moveTo>
                  <a:pt x="0" y="0"/>
                </a:moveTo>
                <a:lnTo>
                  <a:pt x="12698350" y="0"/>
                </a:lnTo>
                <a:lnTo>
                  <a:pt x="12698350" y="5828598"/>
                </a:lnTo>
                <a:lnTo>
                  <a:pt x="0" y="5828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96694" y="2230440"/>
            <a:ext cx="12694612" cy="5826120"/>
          </a:xfrm>
          <a:custGeom>
            <a:avLst/>
            <a:gdLst/>
            <a:ahLst/>
            <a:cxnLst/>
            <a:rect l="l" t="t" r="r" b="b"/>
            <a:pathLst>
              <a:path w="12694612" h="5826120">
                <a:moveTo>
                  <a:pt x="0" y="0"/>
                </a:moveTo>
                <a:lnTo>
                  <a:pt x="12694612" y="0"/>
                </a:lnTo>
                <a:lnTo>
                  <a:pt x="12694612" y="5826120"/>
                </a:lnTo>
                <a:lnTo>
                  <a:pt x="0" y="5826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398537"/>
            <a:ext cx="7561659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Future Enhancements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794397"/>
            <a:ext cx="283521" cy="44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323930"/>
            <a:ext cx="5245446" cy="38100"/>
            <a:chOff x="0" y="0"/>
            <a:chExt cx="6993928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3522764"/>
            <a:ext cx="3760737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AI-Powered Matching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069109"/>
            <a:ext cx="5245446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 machine learning algorithms to improve matching accuracy using image recognition and natural language processing.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21206" y="2794397"/>
            <a:ext cx="283521" cy="44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21206" y="3323930"/>
            <a:ext cx="5245446" cy="38100"/>
            <a:chOff x="0" y="0"/>
            <a:chExt cx="6993928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521206" y="3522764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Mobile Application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21206" y="4069109"/>
            <a:ext cx="5245446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 native iOS and Android apps for on-the-go access with push notifications and camera integration.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50163" y="2794397"/>
            <a:ext cx="283521" cy="44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050163" y="3323930"/>
            <a:ext cx="5245446" cy="38100"/>
            <a:chOff x="0" y="0"/>
            <a:chExt cx="6993928" cy="50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2050163" y="3522764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GPS Integration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50163" y="4069109"/>
            <a:ext cx="5245446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Add location tracking to help users find lost items based on last known GPS coordinates and movement patterns.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2238" y="6379664"/>
            <a:ext cx="283521" cy="44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92238" y="6909197"/>
            <a:ext cx="8009934" cy="38100"/>
            <a:chOff x="0" y="0"/>
            <a:chExt cx="10679913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92238" y="710803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Smart Notifications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238" y="7654376"/>
            <a:ext cx="8009934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Enable real-time alerts via email, SMS, and app notifications when potential matches are identified.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85684" y="6379664"/>
            <a:ext cx="283521" cy="44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05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85684" y="6909197"/>
            <a:ext cx="8009934" cy="38100"/>
            <a:chOff x="0" y="0"/>
            <a:chExt cx="10679913" cy="50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9285684" y="7108031"/>
            <a:ext cx="4235348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Multi-Language Support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85684" y="7654376"/>
            <a:ext cx="8009934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Expand platform accessibility by supporting multiple languages and regional preferences for wider user reach.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006231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2483053"/>
            <a:ext cx="8019459" cy="3249959"/>
            <a:chOff x="0" y="0"/>
            <a:chExt cx="10692613" cy="4333278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10679811" cy="4320540"/>
            </a:xfrm>
            <a:custGeom>
              <a:avLst/>
              <a:gdLst/>
              <a:ahLst/>
              <a:cxnLst/>
              <a:rect l="l" t="t" r="r" b="b"/>
              <a:pathLst>
                <a:path w="10679811" h="4320540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807" y="0"/>
                  </a:lnTo>
                  <a:cubicBezTo>
                    <a:pt x="10608690" y="0"/>
                    <a:pt x="10679811" y="71120"/>
                    <a:pt x="10679811" y="158750"/>
                  </a:cubicBezTo>
                  <a:lnTo>
                    <a:pt x="10679811" y="4161790"/>
                  </a:lnTo>
                  <a:cubicBezTo>
                    <a:pt x="10679811" y="4249420"/>
                    <a:pt x="10608563" y="4320540"/>
                    <a:pt x="10520807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0692511" cy="4333240"/>
            </a:xfrm>
            <a:custGeom>
              <a:avLst/>
              <a:gdLst/>
              <a:ahLst/>
              <a:cxnLst/>
              <a:rect l="l" t="t" r="r" b="b"/>
              <a:pathLst>
                <a:path w="10692511" h="433324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4168140"/>
                  </a:lnTo>
                  <a:lnTo>
                    <a:pt x="10686161" y="4168140"/>
                  </a:lnTo>
                  <a:lnTo>
                    <a:pt x="10692511" y="4168140"/>
                  </a:lnTo>
                  <a:cubicBezTo>
                    <a:pt x="10692511" y="4259326"/>
                    <a:pt x="10618470" y="4333240"/>
                    <a:pt x="10527157" y="4333240"/>
                  </a:cubicBezTo>
                  <a:lnTo>
                    <a:pt x="10527157" y="4326890"/>
                  </a:lnTo>
                  <a:lnTo>
                    <a:pt x="10527157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157" y="4320540"/>
                  </a:lnTo>
                  <a:cubicBezTo>
                    <a:pt x="10611485" y="4320540"/>
                    <a:pt x="10679811" y="4252341"/>
                    <a:pt x="10679811" y="4168140"/>
                  </a:cubicBezTo>
                  <a:lnTo>
                    <a:pt x="10679811" y="165100"/>
                  </a:lnTo>
                  <a:cubicBezTo>
                    <a:pt x="10679811" y="80899"/>
                    <a:pt x="10611485" y="12700"/>
                    <a:pt x="10527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85284" y="2780852"/>
            <a:ext cx="850554" cy="850554"/>
            <a:chOff x="0" y="0"/>
            <a:chExt cx="1134072" cy="11340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2" name="Freeform 12" descr="preencoded.png"/>
          <p:cNvSpPr/>
          <p:nvPr/>
        </p:nvSpPr>
        <p:spPr>
          <a:xfrm>
            <a:off x="1519238" y="3014662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14634" r="-1463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85284" y="3895877"/>
            <a:ext cx="4296966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Increased Recovery Rate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5284" y="4442222"/>
            <a:ext cx="742384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Digital platform significantly improves lost item recovery compared to traditional manual methods.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80922" y="2483053"/>
            <a:ext cx="8019602" cy="3249959"/>
            <a:chOff x="0" y="0"/>
            <a:chExt cx="10692803" cy="4333278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10679938" cy="4320540"/>
            </a:xfrm>
            <a:custGeom>
              <a:avLst/>
              <a:gdLst/>
              <a:ahLst/>
              <a:cxnLst/>
              <a:rect l="l" t="t" r="r" b="b"/>
              <a:pathLst>
                <a:path w="10679938" h="4320540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935" y="0"/>
                  </a:lnTo>
                  <a:cubicBezTo>
                    <a:pt x="10608818" y="0"/>
                    <a:pt x="10679938" y="71120"/>
                    <a:pt x="10679938" y="158750"/>
                  </a:cubicBezTo>
                  <a:lnTo>
                    <a:pt x="10679938" y="4161790"/>
                  </a:lnTo>
                  <a:cubicBezTo>
                    <a:pt x="10679938" y="4249420"/>
                    <a:pt x="10608691" y="4320540"/>
                    <a:pt x="10520935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10692638" cy="4333240"/>
            </a:xfrm>
            <a:custGeom>
              <a:avLst/>
              <a:gdLst/>
              <a:ahLst/>
              <a:cxnLst/>
              <a:rect l="l" t="t" r="r" b="b"/>
              <a:pathLst>
                <a:path w="10692638" h="433324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285" y="0"/>
                  </a:lnTo>
                  <a:lnTo>
                    <a:pt x="10527285" y="6350"/>
                  </a:lnTo>
                  <a:lnTo>
                    <a:pt x="10527285" y="0"/>
                  </a:lnTo>
                  <a:cubicBezTo>
                    <a:pt x="10618598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4168140"/>
                  </a:lnTo>
                  <a:lnTo>
                    <a:pt x="10686288" y="4168140"/>
                  </a:lnTo>
                  <a:lnTo>
                    <a:pt x="10692638" y="4168140"/>
                  </a:lnTo>
                  <a:cubicBezTo>
                    <a:pt x="10692638" y="4259326"/>
                    <a:pt x="10618598" y="4333240"/>
                    <a:pt x="10527285" y="4333240"/>
                  </a:cubicBezTo>
                  <a:lnTo>
                    <a:pt x="10527285" y="4326890"/>
                  </a:lnTo>
                  <a:lnTo>
                    <a:pt x="10527285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285" y="4320540"/>
                  </a:lnTo>
                  <a:cubicBezTo>
                    <a:pt x="10611612" y="4320540"/>
                    <a:pt x="10679938" y="4252341"/>
                    <a:pt x="10679938" y="4168140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285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578731" y="2780852"/>
            <a:ext cx="850554" cy="850554"/>
            <a:chOff x="0" y="0"/>
            <a:chExt cx="1134072" cy="11340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0" name="Freeform 20" descr="preencoded.png"/>
          <p:cNvSpPr/>
          <p:nvPr/>
        </p:nvSpPr>
        <p:spPr>
          <a:xfrm>
            <a:off x="9812684" y="3014662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578731" y="3895877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Time Efficient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78731" y="4442222"/>
            <a:ext cx="742399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Reduces search time from days to minutes through automated matching and notifications.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87476" y="6006998"/>
            <a:ext cx="8019459" cy="3249959"/>
            <a:chOff x="0" y="0"/>
            <a:chExt cx="10692613" cy="4333278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10679811" cy="4320540"/>
            </a:xfrm>
            <a:custGeom>
              <a:avLst/>
              <a:gdLst/>
              <a:ahLst/>
              <a:cxnLst/>
              <a:rect l="l" t="t" r="r" b="b"/>
              <a:pathLst>
                <a:path w="10679811" h="4320540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807" y="0"/>
                  </a:lnTo>
                  <a:cubicBezTo>
                    <a:pt x="10608690" y="0"/>
                    <a:pt x="10679811" y="71120"/>
                    <a:pt x="10679811" y="158750"/>
                  </a:cubicBezTo>
                  <a:lnTo>
                    <a:pt x="10679811" y="4161790"/>
                  </a:lnTo>
                  <a:cubicBezTo>
                    <a:pt x="10679811" y="4249420"/>
                    <a:pt x="10608563" y="4320540"/>
                    <a:pt x="10520807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0692511" cy="4333240"/>
            </a:xfrm>
            <a:custGeom>
              <a:avLst/>
              <a:gdLst/>
              <a:ahLst/>
              <a:cxnLst/>
              <a:rect l="l" t="t" r="r" b="b"/>
              <a:pathLst>
                <a:path w="10692511" h="433324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4168140"/>
                  </a:lnTo>
                  <a:lnTo>
                    <a:pt x="10686161" y="4168140"/>
                  </a:lnTo>
                  <a:lnTo>
                    <a:pt x="10692511" y="4168140"/>
                  </a:lnTo>
                  <a:cubicBezTo>
                    <a:pt x="10692511" y="4259326"/>
                    <a:pt x="10618470" y="4333240"/>
                    <a:pt x="10527157" y="4333240"/>
                  </a:cubicBezTo>
                  <a:lnTo>
                    <a:pt x="10527157" y="4326890"/>
                  </a:lnTo>
                  <a:lnTo>
                    <a:pt x="10527157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157" y="4320540"/>
                  </a:lnTo>
                  <a:cubicBezTo>
                    <a:pt x="10611485" y="4320540"/>
                    <a:pt x="10679811" y="4252341"/>
                    <a:pt x="10679811" y="4168140"/>
                  </a:cubicBezTo>
                  <a:lnTo>
                    <a:pt x="10679811" y="165100"/>
                  </a:lnTo>
                  <a:cubicBezTo>
                    <a:pt x="10679811" y="80899"/>
                    <a:pt x="10611485" y="12700"/>
                    <a:pt x="10527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85284" y="6304807"/>
            <a:ext cx="850554" cy="850554"/>
            <a:chOff x="0" y="0"/>
            <a:chExt cx="1134072" cy="11340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8" name="Freeform 28" descr="preencoded.png"/>
          <p:cNvSpPr/>
          <p:nvPr/>
        </p:nvSpPr>
        <p:spPr>
          <a:xfrm>
            <a:off x="1519238" y="653861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 t="-12195" b="-12195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85284" y="7419823"/>
            <a:ext cx="3763566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Secure &amp; Trustworthy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5284" y="7966177"/>
            <a:ext cx="742384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Encrypted communications and verified user accounts ensure data privacy and security.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280922" y="6006998"/>
            <a:ext cx="8019602" cy="3249959"/>
            <a:chOff x="0" y="0"/>
            <a:chExt cx="10692803" cy="4333278"/>
          </a:xfrm>
        </p:grpSpPr>
        <p:sp>
          <p:nvSpPr>
            <p:cNvPr id="32" name="Freeform 32"/>
            <p:cNvSpPr/>
            <p:nvPr/>
          </p:nvSpPr>
          <p:spPr>
            <a:xfrm>
              <a:off x="6350" y="6350"/>
              <a:ext cx="10679938" cy="4320540"/>
            </a:xfrm>
            <a:custGeom>
              <a:avLst/>
              <a:gdLst/>
              <a:ahLst/>
              <a:cxnLst/>
              <a:rect l="l" t="t" r="r" b="b"/>
              <a:pathLst>
                <a:path w="10679938" h="4320540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935" y="0"/>
                  </a:lnTo>
                  <a:cubicBezTo>
                    <a:pt x="10608818" y="0"/>
                    <a:pt x="10679938" y="71120"/>
                    <a:pt x="10679938" y="158750"/>
                  </a:cubicBezTo>
                  <a:lnTo>
                    <a:pt x="10679938" y="4161790"/>
                  </a:lnTo>
                  <a:cubicBezTo>
                    <a:pt x="10679938" y="4249420"/>
                    <a:pt x="10608691" y="4320540"/>
                    <a:pt x="10520935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0692638" cy="4333240"/>
            </a:xfrm>
            <a:custGeom>
              <a:avLst/>
              <a:gdLst/>
              <a:ahLst/>
              <a:cxnLst/>
              <a:rect l="l" t="t" r="r" b="b"/>
              <a:pathLst>
                <a:path w="10692638" h="433324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285" y="0"/>
                  </a:lnTo>
                  <a:lnTo>
                    <a:pt x="10527285" y="6350"/>
                  </a:lnTo>
                  <a:lnTo>
                    <a:pt x="10527285" y="0"/>
                  </a:lnTo>
                  <a:cubicBezTo>
                    <a:pt x="10618598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4168140"/>
                  </a:lnTo>
                  <a:lnTo>
                    <a:pt x="10686288" y="4168140"/>
                  </a:lnTo>
                  <a:lnTo>
                    <a:pt x="10692638" y="4168140"/>
                  </a:lnTo>
                  <a:cubicBezTo>
                    <a:pt x="10692638" y="4259326"/>
                    <a:pt x="10618598" y="4333240"/>
                    <a:pt x="10527285" y="4333240"/>
                  </a:cubicBezTo>
                  <a:lnTo>
                    <a:pt x="10527285" y="4326890"/>
                  </a:lnTo>
                  <a:lnTo>
                    <a:pt x="10527285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285" y="4320540"/>
                  </a:lnTo>
                  <a:cubicBezTo>
                    <a:pt x="10611612" y="4320540"/>
                    <a:pt x="10679938" y="4252341"/>
                    <a:pt x="10679938" y="4168140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285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578731" y="6304807"/>
            <a:ext cx="850554" cy="850554"/>
            <a:chOff x="0" y="0"/>
            <a:chExt cx="1134072" cy="11340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6" name="Freeform 36" descr="preencoded.png"/>
          <p:cNvSpPr/>
          <p:nvPr/>
        </p:nvSpPr>
        <p:spPr>
          <a:xfrm>
            <a:off x="9812684" y="653861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9755" r="-9755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9578731" y="741982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Scalable Solution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78731" y="7966177"/>
            <a:ext cx="742399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Architecture supports expansion to multiple locations and thousands of users simultaneously.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-224510" y="4057969"/>
            <a:ext cx="14176619" cy="1838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            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481</Words>
  <Application>Microsoft Office PowerPoint</Application>
  <PresentationFormat>Custom</PresentationFormat>
  <Paragraphs>82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Inter Bold</vt:lpstr>
      <vt:lpstr>Inter</vt:lpstr>
      <vt:lpstr>Calibri</vt:lpstr>
      <vt:lpstr>Inter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Lost-and-Found-Locator-Application.pptx</dc:title>
  <cp:lastModifiedBy>HP</cp:lastModifiedBy>
  <cp:revision>4</cp:revision>
  <dcterms:created xsi:type="dcterms:W3CDTF">2006-08-16T00:00:00Z</dcterms:created>
  <dcterms:modified xsi:type="dcterms:W3CDTF">2026-03-25T11:44:09Z</dcterms:modified>
  <dc:identifier>DAHE8exskI0</dc:identifier>
</cp:coreProperties>
</file>